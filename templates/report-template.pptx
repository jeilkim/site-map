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1" r:id="rId1"/>
    <p:sldMasterId id="2147483722" r:id="rId2"/>
  </p:sldMasterIdLst>
  <p:notesMasterIdLst>
    <p:notesMasterId r:id="rId9"/>
  </p:notesMasterIdLst>
  <p:handoutMasterIdLst>
    <p:handoutMasterId r:id="rId10"/>
  </p:handoutMasterIdLst>
  <p:sldIdLst>
    <p:sldId id="622" r:id="rId3"/>
    <p:sldId id="994" r:id="rId4"/>
    <p:sldId id="995" r:id="rId5"/>
    <p:sldId id="989" r:id="rId6"/>
    <p:sldId id="945" r:id="rId7"/>
    <p:sldId id="985" r:id="rId8"/>
  </p:sldIdLst>
  <p:sldSz cx="6858000" cy="9906000" type="A4"/>
  <p:notesSz cx="6735763" cy="9866313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sz="1000" kern="1200">
        <a:solidFill>
          <a:srgbClr val="000000"/>
        </a:solidFill>
        <a:latin typeface="바탕체" panose="02030609000101010101" pitchFamily="17" charset="-127"/>
        <a:ea typeface="바탕체" panose="02030609000101010101" pitchFamily="17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sz="1000" kern="1200">
        <a:solidFill>
          <a:srgbClr val="000000"/>
        </a:solidFill>
        <a:latin typeface="바탕체" panose="02030609000101010101" pitchFamily="17" charset="-127"/>
        <a:ea typeface="바탕체" panose="02030609000101010101" pitchFamily="17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sz="1000" kern="1200">
        <a:solidFill>
          <a:srgbClr val="000000"/>
        </a:solidFill>
        <a:latin typeface="바탕체" panose="02030609000101010101" pitchFamily="17" charset="-127"/>
        <a:ea typeface="바탕체" panose="02030609000101010101" pitchFamily="17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sz="1000" kern="1200">
        <a:solidFill>
          <a:srgbClr val="000000"/>
        </a:solidFill>
        <a:latin typeface="바탕체" panose="02030609000101010101" pitchFamily="17" charset="-127"/>
        <a:ea typeface="바탕체" panose="02030609000101010101" pitchFamily="17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sz="1000" kern="1200">
        <a:solidFill>
          <a:srgbClr val="000000"/>
        </a:solidFill>
        <a:latin typeface="바탕체" panose="02030609000101010101" pitchFamily="17" charset="-127"/>
        <a:ea typeface="바탕체" panose="02030609000101010101" pitchFamily="17" charset="-127"/>
        <a:cs typeface="+mn-cs"/>
      </a:defRPr>
    </a:lvl5pPr>
    <a:lvl6pPr marL="2286000" algn="l" defTabSz="914400" rtl="0" eaLnBrk="1" latinLnBrk="1" hangingPunct="1">
      <a:defRPr kumimoji="1" sz="1000" kern="1200">
        <a:solidFill>
          <a:srgbClr val="000000"/>
        </a:solidFill>
        <a:latin typeface="바탕체" panose="02030609000101010101" pitchFamily="17" charset="-127"/>
        <a:ea typeface="바탕체" panose="02030609000101010101" pitchFamily="17" charset="-127"/>
        <a:cs typeface="+mn-cs"/>
      </a:defRPr>
    </a:lvl6pPr>
    <a:lvl7pPr marL="2743200" algn="l" defTabSz="914400" rtl="0" eaLnBrk="1" latinLnBrk="1" hangingPunct="1">
      <a:defRPr kumimoji="1" sz="1000" kern="1200">
        <a:solidFill>
          <a:srgbClr val="000000"/>
        </a:solidFill>
        <a:latin typeface="바탕체" panose="02030609000101010101" pitchFamily="17" charset="-127"/>
        <a:ea typeface="바탕체" panose="02030609000101010101" pitchFamily="17" charset="-127"/>
        <a:cs typeface="+mn-cs"/>
      </a:defRPr>
    </a:lvl7pPr>
    <a:lvl8pPr marL="3200400" algn="l" defTabSz="914400" rtl="0" eaLnBrk="1" latinLnBrk="1" hangingPunct="1">
      <a:defRPr kumimoji="1" sz="1000" kern="1200">
        <a:solidFill>
          <a:srgbClr val="000000"/>
        </a:solidFill>
        <a:latin typeface="바탕체" panose="02030609000101010101" pitchFamily="17" charset="-127"/>
        <a:ea typeface="바탕체" panose="02030609000101010101" pitchFamily="17" charset="-127"/>
        <a:cs typeface="+mn-cs"/>
      </a:defRPr>
    </a:lvl8pPr>
    <a:lvl9pPr marL="3657600" algn="l" defTabSz="914400" rtl="0" eaLnBrk="1" latinLnBrk="1" hangingPunct="1">
      <a:defRPr kumimoji="1" sz="1000" kern="1200">
        <a:solidFill>
          <a:srgbClr val="000000"/>
        </a:solidFill>
        <a:latin typeface="바탕체" panose="02030609000101010101" pitchFamily="17" charset="-127"/>
        <a:ea typeface="바탕체" panose="02030609000101010101" pitchFamily="17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53" userDrawn="1">
          <p15:clr>
            <a:srgbClr val="A4A3A4"/>
          </p15:clr>
        </p15:guide>
        <p15:guide id="2" orient="horz" pos="5523" userDrawn="1">
          <p15:clr>
            <a:srgbClr val="A4A3A4"/>
          </p15:clr>
        </p15:guide>
        <p15:guide id="3" orient="horz" pos="919" userDrawn="1">
          <p15:clr>
            <a:srgbClr val="A4A3A4"/>
          </p15:clr>
        </p15:guide>
        <p15:guide id="4" orient="horz" pos="488" userDrawn="1">
          <p15:clr>
            <a:srgbClr val="A4A3A4"/>
          </p15:clr>
        </p15:guide>
        <p15:guide id="5" orient="horz" pos="2938" userDrawn="1">
          <p15:clr>
            <a:srgbClr val="A4A3A4"/>
          </p15:clr>
        </p15:guide>
        <p15:guide id="6" orient="horz" pos="3709" userDrawn="1">
          <p15:clr>
            <a:srgbClr val="A4A3A4"/>
          </p15:clr>
        </p15:guide>
        <p15:guide id="7" orient="horz" pos="4004" userDrawn="1">
          <p15:clr>
            <a:srgbClr val="A4A3A4"/>
          </p15:clr>
        </p15:guide>
        <p15:guide id="8" pos="186" userDrawn="1">
          <p15:clr>
            <a:srgbClr val="A4A3A4"/>
          </p15:clr>
        </p15:guide>
        <p15:guide id="9" pos="4252" userDrawn="1">
          <p15:clr>
            <a:srgbClr val="A4A3A4"/>
          </p15:clr>
        </p15:guide>
        <p15:guide id="10" pos="219" userDrawn="1">
          <p15:clr>
            <a:srgbClr val="A4A3A4"/>
          </p15:clr>
        </p15:guide>
        <p15:guide id="11" pos="218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09" userDrawn="1">
          <p15:clr>
            <a:srgbClr val="A4A3A4"/>
          </p15:clr>
        </p15:guide>
        <p15:guide id="2" pos="2123" userDrawn="1">
          <p15:clr>
            <a:srgbClr val="A4A3A4"/>
          </p15:clr>
        </p15:guide>
        <p15:guide id="3" orient="horz" pos="2053">
          <p15:clr>
            <a:srgbClr val="A4A3A4"/>
          </p15:clr>
        </p15:guide>
        <p15:guide id="4" orient="horz" pos="5523">
          <p15:clr>
            <a:srgbClr val="A4A3A4"/>
          </p15:clr>
        </p15:guide>
        <p15:guide id="5" orient="horz" pos="919">
          <p15:clr>
            <a:srgbClr val="A4A3A4"/>
          </p15:clr>
        </p15:guide>
        <p15:guide id="6" orient="horz" pos="488">
          <p15:clr>
            <a:srgbClr val="A4A3A4"/>
          </p15:clr>
        </p15:guide>
        <p15:guide id="7" orient="horz" pos="2938">
          <p15:clr>
            <a:srgbClr val="A4A3A4"/>
          </p15:clr>
        </p15:guide>
        <p15:guide id="8" orient="horz" pos="3709">
          <p15:clr>
            <a:srgbClr val="A4A3A4"/>
          </p15:clr>
        </p15:guide>
        <p15:guide id="9" orient="horz" pos="4004">
          <p15:clr>
            <a:srgbClr val="A4A3A4"/>
          </p15:clr>
        </p15:guide>
        <p15:guide id="10" pos="186">
          <p15:clr>
            <a:srgbClr val="A4A3A4"/>
          </p15:clr>
        </p15:guide>
        <p15:guide id="11" pos="4252">
          <p15:clr>
            <a:srgbClr val="A4A3A4"/>
          </p15:clr>
        </p15:guide>
        <p15:guide id="12" pos="219">
          <p15:clr>
            <a:srgbClr val="A4A3A4"/>
          </p15:clr>
        </p15:guide>
        <p15:guide id="13" pos="218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99FF"/>
    <a:srgbClr val="FBFDFF"/>
    <a:srgbClr val="F3FAFF"/>
    <a:srgbClr val="FF9999"/>
    <a:srgbClr val="CCFFFF"/>
    <a:srgbClr val="000099"/>
    <a:srgbClr val="CCECFF"/>
    <a:srgbClr val="E5F5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75DCB02-9BB8-47FD-8907-85C794F793BA}" styleName="테마 스타일 1 - 강조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C4B1156A-380E-4F78-BDF5-A606A8083BF9}" styleName="보통 스타일 4 - 강조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C083E6E3-FA7D-4D7B-A595-EF9225AFEA82}" styleName="밝은 스타일 1 - 강조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27102A9-8310-4765-A935-A1911B00CA55}" styleName="밝은 스타일 1 - 강조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532" autoAdjust="0"/>
    <p:restoredTop sz="95332" autoAdjust="0"/>
  </p:normalViewPr>
  <p:slideViewPr>
    <p:cSldViewPr snapToGrid="0" snapToObjects="1">
      <p:cViewPr varScale="1">
        <p:scale>
          <a:sx n="79" d="100"/>
          <a:sy n="79" d="100"/>
        </p:scale>
        <p:origin x="3228" y="102"/>
      </p:cViewPr>
      <p:guideLst>
        <p:guide orient="horz" pos="2053"/>
        <p:guide orient="horz" pos="5523"/>
        <p:guide orient="horz" pos="919"/>
        <p:guide orient="horz" pos="488"/>
        <p:guide orient="horz" pos="2938"/>
        <p:guide orient="horz" pos="3709"/>
        <p:guide orient="horz" pos="4004"/>
        <p:guide pos="186"/>
        <p:guide pos="4252"/>
        <p:guide pos="219"/>
        <p:guide pos="218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62" d="100"/>
          <a:sy n="62" d="100"/>
        </p:scale>
        <p:origin x="3250" y="48"/>
      </p:cViewPr>
      <p:guideLst>
        <p:guide orient="horz" pos="3109"/>
        <p:guide pos="2123"/>
        <p:guide orient="horz" pos="2053"/>
        <p:guide orient="horz" pos="5523"/>
        <p:guide orient="horz" pos="919"/>
        <p:guide orient="horz" pos="488"/>
        <p:guide orient="horz" pos="2938"/>
        <p:guide orient="horz" pos="3709"/>
        <p:guide orient="horz" pos="4004"/>
        <p:guide pos="186"/>
        <p:guide pos="4252"/>
        <p:guide pos="219"/>
        <p:guide pos="218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6" y="2"/>
            <a:ext cx="2919565" cy="4937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694" tIns="45348" rIns="90694" bIns="45348" numCol="1" anchor="t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defRPr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16205" y="2"/>
            <a:ext cx="2919565" cy="4937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694" tIns="45348" rIns="90694" bIns="45348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246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6" y="9372531"/>
            <a:ext cx="2919565" cy="493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694" tIns="45348" rIns="90694" bIns="45348" numCol="1" anchor="b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defRPr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246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16205" y="9372531"/>
            <a:ext cx="2919565" cy="493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694" tIns="45348" rIns="90694" bIns="45348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fld id="{D3DD3EF9-6EB4-4EEC-9FAF-AA59F6FC1803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15754313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6" y="2"/>
            <a:ext cx="2919565" cy="4937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694" tIns="45348" rIns="90694" bIns="45348" numCol="1" anchor="t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defRPr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16205" y="2"/>
            <a:ext cx="2919565" cy="4937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694" tIns="45348" rIns="90694" bIns="45348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662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087563" y="739775"/>
            <a:ext cx="2560637" cy="36988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98211" y="4687054"/>
            <a:ext cx="4939349" cy="44393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694" tIns="45348" rIns="90694" bIns="4534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348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6" y="9372531"/>
            <a:ext cx="2919565" cy="493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694" tIns="45348" rIns="90694" bIns="45348" numCol="1" anchor="b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defRPr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48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16205" y="9372531"/>
            <a:ext cx="2919565" cy="493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694" tIns="45348" rIns="90694" bIns="45348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fld id="{FC8252A3-CF13-49EF-98EB-66C2CC7A8278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3715582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779FD-F26E-F71E-A06D-599C1B7579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8817119-BE39-60F6-9E21-3B105B1FD2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7AB9345-C455-D9E0-2EE8-8910531214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FA0403F-BECF-9F4D-7672-1A5DFB338C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8252A3-CF13-49EF-98EB-66C2CC7A8278}" type="slidenum">
              <a:rPr lang="en-US" altLang="ko-KR" smtClean="0"/>
              <a:pPr/>
              <a:t>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870190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C27A02-B197-3C95-4475-397A01E6F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8E4828E-04C0-738A-5BA9-8B0F1310EA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E0B3C3D-FB0E-35AD-559C-7587F50923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C1F94D1-7AD7-5526-583E-602C2D7E0C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8252A3-CF13-49EF-98EB-66C2CC7A8278}" type="slidenum">
              <a:rPr lang="en-US" altLang="ko-KR" smtClean="0"/>
              <a:pPr/>
              <a:t>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6307108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6618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0639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8188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857250" y="1621191"/>
            <a:ext cx="5143500" cy="3448756"/>
          </a:xfrm>
          <a:prstGeom prst="rect">
            <a:avLst/>
          </a:prstGeom>
        </p:spPr>
        <p:txBody>
          <a:bodyPr anchor="b"/>
          <a:lstStyle>
            <a:lvl1pPr algn="ctr">
              <a:defRPr sz="3375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283597" y="8805614"/>
            <a:ext cx="1543050" cy="527403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5611660" y="9181395"/>
            <a:ext cx="1246340" cy="527403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5"/>
          <p:cNvSpPr txBox="1">
            <a:spLocks/>
          </p:cNvSpPr>
          <p:nvPr userDrawn="1"/>
        </p:nvSpPr>
        <p:spPr>
          <a:xfrm>
            <a:off x="3429000" y="9445096"/>
            <a:ext cx="540870" cy="250049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rgbClr val="000000"/>
                </a:solidFill>
                <a:latin typeface="바탕체" panose="02030609000101010101" pitchFamily="17" charset="-127"/>
                <a:ea typeface="바탕체" panose="02030609000101010101" pitchFamily="17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바탕체" panose="02030609000101010101" pitchFamily="17" charset="-127"/>
                <a:ea typeface="바탕체" panose="02030609000101010101" pitchFamily="17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바탕체" panose="02030609000101010101" pitchFamily="17" charset="-127"/>
                <a:ea typeface="바탕체" panose="02030609000101010101" pitchFamily="17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바탕체" panose="02030609000101010101" pitchFamily="17" charset="-127"/>
                <a:ea typeface="바탕체" panose="02030609000101010101" pitchFamily="17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바탕체" panose="02030609000101010101" pitchFamily="17" charset="-127"/>
                <a:ea typeface="바탕체" panose="02030609000101010101" pitchFamily="17" charset="-127"/>
                <a:cs typeface="+mn-cs"/>
              </a:defRPr>
            </a:lvl5pPr>
            <a:lvl6pPr marL="2286000" algn="l" defTabSz="914400" rtl="0" eaLnBrk="1" latinLnBrk="1" hangingPunct="1">
              <a:defRPr kumimoji="1" sz="1000" kern="1200">
                <a:solidFill>
                  <a:srgbClr val="000000"/>
                </a:solidFill>
                <a:latin typeface="바탕체" panose="02030609000101010101" pitchFamily="17" charset="-127"/>
                <a:ea typeface="바탕체" panose="02030609000101010101" pitchFamily="17" charset="-127"/>
                <a:cs typeface="+mn-cs"/>
              </a:defRPr>
            </a:lvl6pPr>
            <a:lvl7pPr marL="2743200" algn="l" defTabSz="914400" rtl="0" eaLnBrk="1" latinLnBrk="1" hangingPunct="1">
              <a:defRPr kumimoji="1" sz="1000" kern="1200">
                <a:solidFill>
                  <a:srgbClr val="000000"/>
                </a:solidFill>
                <a:latin typeface="바탕체" panose="02030609000101010101" pitchFamily="17" charset="-127"/>
                <a:ea typeface="바탕체" panose="02030609000101010101" pitchFamily="17" charset="-127"/>
                <a:cs typeface="+mn-cs"/>
              </a:defRPr>
            </a:lvl7pPr>
            <a:lvl8pPr marL="3200400" algn="l" defTabSz="914400" rtl="0" eaLnBrk="1" latinLnBrk="1" hangingPunct="1">
              <a:defRPr kumimoji="1" sz="1000" kern="1200">
                <a:solidFill>
                  <a:srgbClr val="000000"/>
                </a:solidFill>
                <a:latin typeface="바탕체" panose="02030609000101010101" pitchFamily="17" charset="-127"/>
                <a:ea typeface="바탕체" panose="02030609000101010101" pitchFamily="17" charset="-127"/>
                <a:cs typeface="+mn-cs"/>
              </a:defRPr>
            </a:lvl8pPr>
            <a:lvl9pPr marL="3657600" algn="l" defTabSz="914400" rtl="0" eaLnBrk="1" latinLnBrk="1" hangingPunct="1">
              <a:defRPr kumimoji="1" sz="1000" kern="1200">
                <a:solidFill>
                  <a:srgbClr val="000000"/>
                </a:solidFill>
                <a:latin typeface="바탕체" panose="02030609000101010101" pitchFamily="17" charset="-127"/>
                <a:ea typeface="바탕체" panose="02030609000101010101" pitchFamily="17" charset="-127"/>
                <a:cs typeface="+mn-cs"/>
              </a:defRPr>
            </a:lvl9pPr>
          </a:lstStyle>
          <a:p>
            <a:fld id="{18F12AEF-9995-41DC-ABC8-1305FB2A817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304851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857250" y="1620838"/>
            <a:ext cx="5143500" cy="3449637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857250" y="5202238"/>
            <a:ext cx="5143500" cy="23923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B2042-FF47-4F22-8E70-80F4D12824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92787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B2042-FF47-4F22-8E70-80F4D12824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39611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68313" y="2470150"/>
            <a:ext cx="5915025" cy="4119563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68313" y="6629400"/>
            <a:ext cx="5915025" cy="216693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B2042-FF47-4F22-8E70-80F4D12824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75401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71488" y="2636838"/>
            <a:ext cx="2881312" cy="6284912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505200" y="2636838"/>
            <a:ext cx="2881313" cy="6284912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B2042-FF47-4F22-8E70-80F4D12824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55554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73075" y="527050"/>
            <a:ext cx="5915025" cy="19145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73075" y="2428875"/>
            <a:ext cx="2900363" cy="1189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3075" y="3617913"/>
            <a:ext cx="2900363" cy="5322887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71863" y="2428875"/>
            <a:ext cx="2916237" cy="1189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71863" y="3617913"/>
            <a:ext cx="2916237" cy="5322887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B2042-FF47-4F22-8E70-80F4D12824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47161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B2042-FF47-4F22-8E70-80F4D12824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37174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B2042-FF47-4F22-8E70-80F4D12824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6385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73075" y="660400"/>
            <a:ext cx="2211388" cy="23114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916238" y="1425575"/>
            <a:ext cx="3471862" cy="7040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73075" y="2971800"/>
            <a:ext cx="2211388" cy="55054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B2042-FF47-4F22-8E70-80F4D12824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23716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73075" y="660400"/>
            <a:ext cx="2211388" cy="23114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916238" y="1425575"/>
            <a:ext cx="3471862" cy="704056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73075" y="2971800"/>
            <a:ext cx="2211388" cy="55054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B2042-FF47-4F22-8E70-80F4D12824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40278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B2042-FF47-4F22-8E70-80F4D12824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15260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4908550" y="527050"/>
            <a:ext cx="1477963" cy="83947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71488" y="527050"/>
            <a:ext cx="4284662" cy="83947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B2042-FF47-4F22-8E70-80F4D12824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35894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3" Type="http://schemas.openxmlformats.org/officeDocument/2006/relationships/slideLayout" Target="../slideLayouts/slideLayout7.xml"/><Relationship Id="rId7" Type="http://schemas.openxmlformats.org/officeDocument/2006/relationships/slideLayout" Target="../slideLayouts/slideLayout11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5.xml"/><Relationship Id="rId5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4.xml"/><Relationship Id="rId4" Type="http://schemas.openxmlformats.org/officeDocument/2006/relationships/slideLayout" Target="../slideLayouts/slideLayout8.xml"/><Relationship Id="rId9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320"/>
          <p:cNvSpPr>
            <a:spLocks noChangeShapeType="1"/>
          </p:cNvSpPr>
          <p:nvPr userDrawn="1"/>
        </p:nvSpPr>
        <p:spPr bwMode="auto">
          <a:xfrm>
            <a:off x="333375" y="9417050"/>
            <a:ext cx="6372225" cy="0"/>
          </a:xfrm>
          <a:prstGeom prst="line">
            <a:avLst/>
          </a:prstGeom>
          <a:noFill/>
          <a:ln w="47625" cmpd="thickThin">
            <a:solidFill>
              <a:schemeClr val="hlink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 sz="1000"/>
          </a:p>
        </p:txBody>
      </p:sp>
      <p:sp>
        <p:nvSpPr>
          <p:cNvPr id="1027" name="Text Box 334"/>
          <p:cNvSpPr txBox="1">
            <a:spLocks noChangeArrowheads="1"/>
          </p:cNvSpPr>
          <p:nvPr userDrawn="1"/>
        </p:nvSpPr>
        <p:spPr bwMode="auto">
          <a:xfrm>
            <a:off x="1557655" y="254000"/>
            <a:ext cx="3779520" cy="2311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000">
                <a:solidFill>
                  <a:srgbClr val="000000"/>
                </a:solidFill>
                <a:latin typeface="바탕체" pitchFamily="17" charset="-127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rgbClr val="000000"/>
                </a:solidFill>
                <a:latin typeface="바탕체" pitchFamily="17" charset="-127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rgbClr val="000000"/>
                </a:solidFill>
                <a:latin typeface="바탕체" pitchFamily="17" charset="-127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rgbClr val="000000"/>
                </a:solidFill>
                <a:latin typeface="바탕체" pitchFamily="17" charset="-127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rgbClr val="000000"/>
                </a:solidFill>
                <a:latin typeface="바탕체" pitchFamily="17" charset="-127"/>
                <a:ea typeface="바탕체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바탕체" pitchFamily="17" charset="-127"/>
                <a:ea typeface="바탕체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바탕체" pitchFamily="17" charset="-127"/>
                <a:ea typeface="바탕체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바탕체" pitchFamily="17" charset="-127"/>
                <a:ea typeface="바탕체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바탕체" pitchFamily="17" charset="-127"/>
                <a:ea typeface="바탕체" pitchFamily="17" charset="-127"/>
              </a:defRPr>
            </a:lvl9pPr>
          </a:lstStyle>
          <a:p>
            <a:pPr eaLnBrk="1" hangingPunct="1">
              <a:defRPr/>
            </a:pPr>
            <a:r>
              <a:rPr lang="ko-KR" altLang="en-US" sz="900" b="1">
                <a:solidFill>
                  <a:schemeClr val="bg1"/>
                </a:solidFill>
                <a:latin typeface="굴림체" pitchFamily="49" charset="-127"/>
                <a:ea typeface="굴림체" pitchFamily="49" charset="-127"/>
              </a:rPr>
              <a:t>임하댐 방재상황실 방재시스템 제조구매설치</a:t>
            </a:r>
          </a:p>
        </p:txBody>
      </p:sp>
      <p:sp>
        <p:nvSpPr>
          <p:cNvPr id="1029" name="Text Box 337"/>
          <p:cNvSpPr txBox="1">
            <a:spLocks noChangeArrowheads="1"/>
          </p:cNvSpPr>
          <p:nvPr userDrawn="1"/>
        </p:nvSpPr>
        <p:spPr bwMode="auto">
          <a:xfrm>
            <a:off x="1557655" y="254000"/>
            <a:ext cx="3779520" cy="2311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000">
                <a:solidFill>
                  <a:srgbClr val="000000"/>
                </a:solidFill>
                <a:latin typeface="바탕체" pitchFamily="17" charset="-127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rgbClr val="000000"/>
                </a:solidFill>
                <a:latin typeface="바탕체" pitchFamily="17" charset="-127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rgbClr val="000000"/>
                </a:solidFill>
                <a:latin typeface="바탕체" pitchFamily="17" charset="-127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rgbClr val="000000"/>
                </a:solidFill>
                <a:latin typeface="바탕체" pitchFamily="17" charset="-127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rgbClr val="000000"/>
                </a:solidFill>
                <a:latin typeface="바탕체" pitchFamily="17" charset="-127"/>
                <a:ea typeface="바탕체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바탕체" pitchFamily="17" charset="-127"/>
                <a:ea typeface="바탕체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바탕체" pitchFamily="17" charset="-127"/>
                <a:ea typeface="바탕체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바탕체" pitchFamily="17" charset="-127"/>
                <a:ea typeface="바탕체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바탕체" pitchFamily="17" charset="-127"/>
                <a:ea typeface="바탕체" pitchFamily="17" charset="-127"/>
              </a:defRPr>
            </a:lvl9pPr>
          </a:lstStyle>
          <a:p>
            <a:pPr eaLnBrk="1" hangingPunct="1">
              <a:defRPr/>
            </a:pPr>
            <a:r>
              <a:rPr lang="ko-KR" altLang="en-US" sz="900" b="1">
                <a:solidFill>
                  <a:schemeClr val="bg1"/>
                </a:solidFill>
                <a:latin typeface="굴림체" pitchFamily="49" charset="-127"/>
                <a:ea typeface="굴림체" pitchFamily="49" charset="-127"/>
              </a:rPr>
              <a:t>임하댐 방재상황실 방재시스템 제조구매설치설설비 </a:t>
            </a:r>
          </a:p>
        </p:txBody>
      </p:sp>
      <p:sp>
        <p:nvSpPr>
          <p:cNvPr id="1030" name="Rectangle 338"/>
          <p:cNvSpPr>
            <a:spLocks noChangeArrowheads="1"/>
          </p:cNvSpPr>
          <p:nvPr userDrawn="1"/>
        </p:nvSpPr>
        <p:spPr bwMode="auto">
          <a:xfrm flipV="1">
            <a:off x="1525905" y="273050"/>
            <a:ext cx="3943985" cy="212090"/>
          </a:xfrm>
          <a:prstGeom prst="rect">
            <a:avLst/>
          </a:prstGeom>
          <a:solidFill>
            <a:srgbClr val="3E5A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1000">
                <a:solidFill>
                  <a:srgbClr val="000000"/>
                </a:solidFill>
                <a:latin typeface="바탕체" pitchFamily="17" charset="-127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rgbClr val="000000"/>
                </a:solidFill>
                <a:latin typeface="바탕체" pitchFamily="17" charset="-127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rgbClr val="000000"/>
                </a:solidFill>
                <a:latin typeface="바탕체" pitchFamily="17" charset="-127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rgbClr val="000000"/>
                </a:solidFill>
                <a:latin typeface="바탕체" pitchFamily="17" charset="-127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rgbClr val="000000"/>
                </a:solidFill>
                <a:latin typeface="바탕체" pitchFamily="17" charset="-127"/>
                <a:ea typeface="바탕체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바탕체" pitchFamily="17" charset="-127"/>
                <a:ea typeface="바탕체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바탕체" pitchFamily="17" charset="-127"/>
                <a:ea typeface="바탕체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바탕체" pitchFamily="17" charset="-127"/>
                <a:ea typeface="바탕체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바탕체" pitchFamily="17" charset="-127"/>
                <a:ea typeface="바탕체" pitchFamily="17" charset="-127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endParaRPr lang="ko-KR" altLang="en-US" sz="1000"/>
          </a:p>
        </p:txBody>
      </p:sp>
      <p:pic>
        <p:nvPicPr>
          <p:cNvPr id="3" name="Picture 339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375" y="452755"/>
            <a:ext cx="6372225" cy="2520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" name="Rectangle 332"/>
          <p:cNvSpPr>
            <a:spLocks noChangeArrowheads="1"/>
          </p:cNvSpPr>
          <p:nvPr userDrawn="1"/>
        </p:nvSpPr>
        <p:spPr bwMode="auto">
          <a:xfrm>
            <a:off x="4940300" y="238125"/>
            <a:ext cx="1729105" cy="2178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eaLnBrk="0" hangingPunct="0">
              <a:defRPr kumimoji="1" sz="1000">
                <a:solidFill>
                  <a:srgbClr val="000000"/>
                </a:solidFill>
                <a:latin typeface="바탕체" pitchFamily="17" charset="-127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rgbClr val="000000"/>
                </a:solidFill>
                <a:latin typeface="바탕체" pitchFamily="17" charset="-127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rgbClr val="000000"/>
                </a:solidFill>
                <a:latin typeface="바탕체" pitchFamily="17" charset="-127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rgbClr val="000000"/>
                </a:solidFill>
                <a:latin typeface="바탕체" pitchFamily="17" charset="-127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rgbClr val="000000"/>
                </a:solidFill>
                <a:latin typeface="바탕체" pitchFamily="17" charset="-127"/>
                <a:ea typeface="바탕체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바탕체" pitchFamily="17" charset="-127"/>
                <a:ea typeface="바탕체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바탕체" pitchFamily="17" charset="-127"/>
                <a:ea typeface="바탕체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바탕체" pitchFamily="17" charset="-127"/>
                <a:ea typeface="바탕체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바탕체" pitchFamily="17" charset="-127"/>
                <a:ea typeface="바탕체" pitchFamily="17" charset="-127"/>
              </a:defRPr>
            </a:lvl9pPr>
          </a:lstStyle>
          <a:p>
            <a:pPr algn="r" eaLnBrk="1" hangingPunct="1">
              <a:spcBef>
                <a:spcPct val="50000"/>
              </a:spcBef>
              <a:defRPr/>
            </a:pPr>
            <a:r>
              <a:rPr lang="ko-KR" altLang="en-US" sz="1000" b="1" dirty="0">
                <a:solidFill>
                  <a:schemeClr val="tx1"/>
                </a:solidFill>
                <a:latin typeface="굴림체" pitchFamily="49" charset="-127"/>
                <a:ea typeface="굴림체" pitchFamily="49" charset="-127"/>
              </a:rPr>
              <a:t>현장조사보고서</a:t>
            </a:r>
          </a:p>
        </p:txBody>
      </p:sp>
      <p:sp>
        <p:nvSpPr>
          <p:cNvPr id="1035" name="Rectangle 333"/>
          <p:cNvSpPr>
            <a:spLocks noChangeArrowheads="1"/>
          </p:cNvSpPr>
          <p:nvPr userDrawn="1"/>
        </p:nvSpPr>
        <p:spPr bwMode="auto">
          <a:xfrm>
            <a:off x="4942205" y="444500"/>
            <a:ext cx="1728470" cy="2178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eaLnBrk="0" hangingPunct="0">
              <a:defRPr kumimoji="1" sz="1000">
                <a:solidFill>
                  <a:srgbClr val="000000"/>
                </a:solidFill>
                <a:latin typeface="바탕체" pitchFamily="17" charset="-127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rgbClr val="000000"/>
                </a:solidFill>
                <a:latin typeface="바탕체" pitchFamily="17" charset="-127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rgbClr val="000000"/>
                </a:solidFill>
                <a:latin typeface="바탕체" pitchFamily="17" charset="-127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rgbClr val="000000"/>
                </a:solidFill>
                <a:latin typeface="바탕체" pitchFamily="17" charset="-127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rgbClr val="000000"/>
                </a:solidFill>
                <a:latin typeface="바탕체" pitchFamily="17" charset="-127"/>
                <a:ea typeface="바탕체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바탕체" pitchFamily="17" charset="-127"/>
                <a:ea typeface="바탕체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바탕체" pitchFamily="17" charset="-127"/>
                <a:ea typeface="바탕체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바탕체" pitchFamily="17" charset="-127"/>
                <a:ea typeface="바탕체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바탕체" pitchFamily="17" charset="-127"/>
                <a:ea typeface="바탕체" pitchFamily="17" charset="-127"/>
              </a:defRPr>
            </a:lvl9pPr>
          </a:lstStyle>
          <a:p>
            <a:pPr algn="r" eaLnBrk="1" hangingPunct="1">
              <a:spcBef>
                <a:spcPct val="50000"/>
              </a:spcBef>
              <a:defRPr/>
            </a:pPr>
            <a:endParaRPr lang="ko-KR" altLang="en-US" sz="1000" b="1">
              <a:solidFill>
                <a:schemeClr val="tx1"/>
              </a:solidFill>
              <a:latin typeface="굴림체" pitchFamily="49" charset="-127"/>
              <a:ea typeface="굴림체" pitchFamily="49" charset="-127"/>
            </a:endParaRPr>
          </a:p>
        </p:txBody>
      </p:sp>
      <p:sp>
        <p:nvSpPr>
          <p:cNvPr id="2" name="직사각형 1"/>
          <p:cNvSpPr>
            <a:spLocks noChangeArrowheads="1"/>
          </p:cNvSpPr>
          <p:nvPr userDrawn="1"/>
        </p:nvSpPr>
        <p:spPr bwMode="auto">
          <a:xfrm>
            <a:off x="1885356" y="249555"/>
            <a:ext cx="3241593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91440" tIns="45720" rIns="91440" bIns="45720" numCol="1" anchor="t">
            <a:spAutoFit/>
          </a:bodyPr>
          <a:lstStyle>
            <a:lvl1pPr marL="0" indent="0" eaLnBrk="0" hangingPunct="0">
              <a:buFontTx/>
              <a:buNone/>
              <a:defRPr lang="en-GB" altLang="en-US" sz="1000">
                <a:solidFill>
                  <a:srgbClr val="000000"/>
                </a:solidFill>
                <a:latin typeface="바탕체" charset="0"/>
                <a:ea typeface="바탕체" charset="0"/>
              </a:defRPr>
            </a:lvl1pPr>
            <a:lvl2pPr marL="742950" lvl="1" indent="-285750" eaLnBrk="0" hangingPunct="0">
              <a:buFontTx/>
              <a:buNone/>
              <a:defRPr lang="en-GB" altLang="en-US" sz="1000">
                <a:solidFill>
                  <a:srgbClr val="000000"/>
                </a:solidFill>
                <a:latin typeface="바탕체" charset="0"/>
                <a:ea typeface="바탕체" charset="0"/>
              </a:defRPr>
            </a:lvl2pPr>
            <a:lvl3pPr marL="1143000" lvl="2" indent="-228600" eaLnBrk="0" hangingPunct="0">
              <a:buFontTx/>
              <a:buNone/>
              <a:defRPr lang="en-GB" altLang="en-US" sz="1000">
                <a:solidFill>
                  <a:srgbClr val="000000"/>
                </a:solidFill>
                <a:latin typeface="바탕체" charset="0"/>
                <a:ea typeface="바탕체" charset="0"/>
              </a:defRPr>
            </a:lvl3pPr>
            <a:lvl4pPr marL="1600200" lvl="3" indent="-228600" eaLnBrk="0" hangingPunct="0">
              <a:buFontTx/>
              <a:buNone/>
              <a:defRPr lang="en-GB" altLang="en-US" sz="1000">
                <a:solidFill>
                  <a:srgbClr val="000000"/>
                </a:solidFill>
                <a:latin typeface="바탕체" charset="0"/>
                <a:ea typeface="바탕체" charset="0"/>
              </a:defRPr>
            </a:lvl4pPr>
            <a:lvl5pPr marL="2057400" lvl="4" indent="-228600" eaLnBrk="0" hangingPunct="0">
              <a:buFontTx/>
              <a:buNone/>
              <a:defRPr lang="en-GB" altLang="en-US" sz="1000">
                <a:solidFill>
                  <a:srgbClr val="000000"/>
                </a:solidFill>
                <a:latin typeface="바탕체" charset="0"/>
                <a:ea typeface="바탕체" charset="0"/>
              </a:defRPr>
            </a:lvl5pPr>
            <a:lvl6pPr marL="2514600" lvl="5" indent="-228600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lang="en-GB" altLang="en-US" sz="1000">
                <a:solidFill>
                  <a:srgbClr val="000000"/>
                </a:solidFill>
                <a:latin typeface="바탕체" charset="0"/>
                <a:ea typeface="바탕체" charset="0"/>
              </a:defRPr>
            </a:lvl6pPr>
            <a:lvl7pPr marL="2971800" lvl="6" indent="-228600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lang="en-GB" altLang="en-US" sz="1000">
                <a:solidFill>
                  <a:srgbClr val="000000"/>
                </a:solidFill>
                <a:latin typeface="바탕체" charset="0"/>
                <a:ea typeface="바탕체" charset="0"/>
              </a:defRPr>
            </a:lvl7pPr>
            <a:lvl8pPr marL="3429000" lvl="7" indent="-228600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lang="en-GB" altLang="en-US" sz="1000">
                <a:solidFill>
                  <a:srgbClr val="000000"/>
                </a:solidFill>
                <a:latin typeface="바탕체" charset="0"/>
                <a:ea typeface="바탕체" charset="0"/>
              </a:defRPr>
            </a:lvl8pPr>
            <a:lvl9pPr marL="3886200" lvl="8" indent="-228600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lang="en-GB" altLang="en-US" sz="1000">
                <a:solidFill>
                  <a:srgbClr val="000000"/>
                </a:solidFill>
                <a:latin typeface="바탕체" charset="0"/>
                <a:ea typeface="바탕체" charset="0"/>
              </a:defRPr>
            </a:lvl9pPr>
          </a:lstStyle>
          <a:p>
            <a:pPr marL="0" indent="0" algn="ctr" eaLnBrk="1" hangingPunct="1">
              <a:buFontTx/>
              <a:buNone/>
            </a:pPr>
            <a:r>
              <a:rPr lang="en-US" altLang="ko-KR" sz="1100" b="0" dirty="0" err="1">
                <a:solidFill>
                  <a:schemeClr val="bg1"/>
                </a:solidFill>
                <a:latin typeface="휴먼옛체" charset="0"/>
                <a:ea typeface="휴먼옛체" charset="0"/>
              </a:rPr>
              <a:t>thisname</a:t>
            </a:r>
            <a:r>
              <a:rPr lang="ko-KR" altLang="en-US" sz="1100" b="0" dirty="0">
                <a:solidFill>
                  <a:schemeClr val="bg1"/>
                </a:solidFill>
                <a:latin typeface="휴먼옛체" charset="0"/>
                <a:ea typeface="휴먼옛체" charset="0"/>
              </a:rPr>
              <a:t> 밀폐공간 </a:t>
            </a:r>
            <a:r>
              <a:rPr lang="ko-KR" altLang="en-US" sz="1100" b="0" dirty="0" err="1">
                <a:solidFill>
                  <a:schemeClr val="bg1"/>
                </a:solidFill>
                <a:latin typeface="휴먼옛체" charset="0"/>
                <a:ea typeface="휴먼옛체" charset="0"/>
              </a:rPr>
              <a:t>다항목</a:t>
            </a:r>
            <a:r>
              <a:rPr lang="ko-KR" altLang="en-US" sz="1100" b="0" dirty="0">
                <a:solidFill>
                  <a:schemeClr val="bg1"/>
                </a:solidFill>
                <a:latin typeface="휴먼옛체" charset="0"/>
                <a:ea typeface="휴먼옛체" charset="0"/>
              </a:rPr>
              <a:t> 가스측정기 구매설치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181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362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543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723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886" indent="-342886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199">
          <a:solidFill>
            <a:schemeClr val="tx1"/>
          </a:solidFill>
          <a:latin typeface="+mn-lt"/>
          <a:ea typeface="+mn-ea"/>
          <a:cs typeface="+mn-cs"/>
        </a:defRPr>
      </a:lvl1pPr>
      <a:lvl2pPr marL="742918" indent="-285738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799">
          <a:solidFill>
            <a:schemeClr val="tx1"/>
          </a:solidFill>
          <a:latin typeface="+mn-lt"/>
          <a:ea typeface="+mn-ea"/>
        </a:defRPr>
      </a:lvl2pPr>
      <a:lvl3pPr marL="1142952" indent="-228591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1">
          <a:solidFill>
            <a:schemeClr val="tx1"/>
          </a:solidFill>
          <a:latin typeface="+mn-lt"/>
          <a:ea typeface="+mn-ea"/>
        </a:defRPr>
      </a:lvl3pPr>
      <a:lvl4pPr marL="1600132" indent="-228591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314" indent="-228591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495" indent="-228591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675" indent="-228591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8857" indent="-228591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037" indent="-228591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362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1" algn="l" defTabSz="914362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2" algn="l" defTabSz="914362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3" algn="l" defTabSz="914362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3" algn="l" defTabSz="914362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5" algn="l" defTabSz="914362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85" algn="l" defTabSz="914362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66" algn="l" defTabSz="914362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46" algn="l" defTabSz="914362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71488" y="527050"/>
            <a:ext cx="5915025" cy="19145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71488" y="2636838"/>
            <a:ext cx="5915025" cy="62849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0B2042-FF47-4F22-8E70-80F4D12824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6739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09" t="26935" r="59407" b="71217"/>
          <a:stretch>
            <a:fillRect/>
          </a:stretch>
        </p:blipFill>
        <p:spPr bwMode="auto">
          <a:xfrm>
            <a:off x="349250" y="1587500"/>
            <a:ext cx="6402070" cy="1368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90" t="25761" r="70309" b="71698"/>
          <a:stretch>
            <a:fillRect/>
          </a:stretch>
        </p:blipFill>
        <p:spPr bwMode="auto">
          <a:xfrm>
            <a:off x="349250" y="2955925"/>
            <a:ext cx="6402070" cy="735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52" name="TextBox 4"/>
          <p:cNvSpPr txBox="1">
            <a:spLocks noChangeArrowheads="1"/>
          </p:cNvSpPr>
          <p:nvPr/>
        </p:nvSpPr>
        <p:spPr bwMode="auto">
          <a:xfrm>
            <a:off x="618490" y="1852930"/>
            <a:ext cx="5951855" cy="9053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4140" tIns="52070" rIns="104140" bIns="52070" numCol="1" anchor="t">
            <a:spAutoFit/>
          </a:bodyPr>
          <a:lstStyle>
            <a:lvl1pPr marL="0" indent="0" eaLnBrk="0" hangingPunct="0">
              <a:buFontTx/>
              <a:buNone/>
              <a:defRPr lang="en-GB" altLang="en-US" sz="1000">
                <a:solidFill>
                  <a:srgbClr val="000000"/>
                </a:solidFill>
                <a:latin typeface="바탕체" charset="0"/>
                <a:ea typeface="바탕체" charset="0"/>
              </a:defRPr>
            </a:lvl1pPr>
            <a:lvl2pPr marL="742950" lvl="1" indent="-285750" eaLnBrk="0" hangingPunct="0">
              <a:buFontTx/>
              <a:buNone/>
              <a:defRPr lang="en-GB" altLang="en-US" sz="1000">
                <a:solidFill>
                  <a:srgbClr val="000000"/>
                </a:solidFill>
                <a:latin typeface="바탕체" charset="0"/>
                <a:ea typeface="바탕체" charset="0"/>
              </a:defRPr>
            </a:lvl2pPr>
            <a:lvl3pPr marL="1143000" lvl="2" indent="-228600" eaLnBrk="0" hangingPunct="0">
              <a:buFontTx/>
              <a:buNone/>
              <a:defRPr lang="en-GB" altLang="en-US" sz="1000">
                <a:solidFill>
                  <a:srgbClr val="000000"/>
                </a:solidFill>
                <a:latin typeface="바탕체" charset="0"/>
                <a:ea typeface="바탕체" charset="0"/>
              </a:defRPr>
            </a:lvl3pPr>
            <a:lvl4pPr marL="1600200" lvl="3" indent="-228600" eaLnBrk="0" hangingPunct="0">
              <a:buFontTx/>
              <a:buNone/>
              <a:defRPr lang="en-GB" altLang="en-US" sz="1000">
                <a:solidFill>
                  <a:srgbClr val="000000"/>
                </a:solidFill>
                <a:latin typeface="바탕체" charset="0"/>
                <a:ea typeface="바탕체" charset="0"/>
              </a:defRPr>
            </a:lvl4pPr>
            <a:lvl5pPr marL="2057400" lvl="4" indent="-228600" eaLnBrk="0" hangingPunct="0">
              <a:buFontTx/>
              <a:buNone/>
              <a:defRPr lang="en-GB" altLang="en-US" sz="1000">
                <a:solidFill>
                  <a:srgbClr val="000000"/>
                </a:solidFill>
                <a:latin typeface="바탕체" charset="0"/>
                <a:ea typeface="바탕체" charset="0"/>
              </a:defRPr>
            </a:lvl5pPr>
            <a:lvl6pPr marL="2514600" lvl="5" indent="-228600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lang="en-GB" altLang="en-US" sz="1000">
                <a:solidFill>
                  <a:srgbClr val="000000"/>
                </a:solidFill>
                <a:latin typeface="바탕체" charset="0"/>
                <a:ea typeface="바탕체" charset="0"/>
              </a:defRPr>
            </a:lvl6pPr>
            <a:lvl7pPr marL="2971800" lvl="6" indent="-228600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lang="en-GB" altLang="en-US" sz="1000">
                <a:solidFill>
                  <a:srgbClr val="000000"/>
                </a:solidFill>
                <a:latin typeface="바탕체" charset="0"/>
                <a:ea typeface="바탕체" charset="0"/>
              </a:defRPr>
            </a:lvl7pPr>
            <a:lvl8pPr marL="3429000" lvl="7" indent="-228600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lang="en-GB" altLang="en-US" sz="1000">
                <a:solidFill>
                  <a:srgbClr val="000000"/>
                </a:solidFill>
                <a:latin typeface="바탕체" charset="0"/>
                <a:ea typeface="바탕체" charset="0"/>
              </a:defRPr>
            </a:lvl8pPr>
            <a:lvl9pPr marL="3886200" lvl="8" indent="-228600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lang="en-GB" altLang="en-US" sz="1000">
                <a:solidFill>
                  <a:srgbClr val="000000"/>
                </a:solidFill>
                <a:latin typeface="바탕체" charset="0"/>
                <a:ea typeface="바탕체" charset="0"/>
              </a:defRPr>
            </a:lvl9pPr>
          </a:lstStyle>
          <a:p>
            <a:pPr marL="0" indent="0" algn="ctr" eaLnBrk="1" hangingPunct="1">
              <a:buFontTx/>
              <a:buNone/>
            </a:pPr>
            <a:r>
              <a:rPr lang="en-US" altLang="ko-KR" sz="2600" b="1" dirty="0" err="1">
                <a:latin typeface="양재튼튼체B" charset="0"/>
                <a:ea typeface="문체부 바탕체" charset="0"/>
              </a:rPr>
              <a:t>thisname</a:t>
            </a:r>
            <a:endParaRPr lang="ko-KR" altLang="en-US" sz="2600" b="1" dirty="0">
              <a:latin typeface="양재튼튼체B" charset="0"/>
              <a:ea typeface="문체부 바탕체" charset="0"/>
            </a:endParaRPr>
          </a:p>
          <a:p>
            <a:pPr marL="0" indent="0" algn="ctr" eaLnBrk="1" hangingPunct="1">
              <a:buFontTx/>
              <a:buNone/>
            </a:pPr>
            <a:r>
              <a:rPr lang="ko-KR" altLang="en-US" sz="2600" b="1" dirty="0" err="1">
                <a:latin typeface="양재튼튼체B" charset="0"/>
                <a:ea typeface="문체부 바탕체" charset="0"/>
              </a:rPr>
              <a:t>다항목</a:t>
            </a:r>
            <a:r>
              <a:rPr lang="ko-KR" altLang="en-US" sz="2600" b="1" dirty="0">
                <a:latin typeface="양재튼튼체B" charset="0"/>
                <a:ea typeface="문체부 바탕체" charset="0"/>
              </a:rPr>
              <a:t> 가스측정기 구매설치</a:t>
            </a:r>
          </a:p>
        </p:txBody>
      </p:sp>
      <p:sp>
        <p:nvSpPr>
          <p:cNvPr id="2053" name="TextBox 6"/>
          <p:cNvSpPr txBox="1">
            <a:spLocks noChangeArrowheads="1"/>
          </p:cNvSpPr>
          <p:nvPr/>
        </p:nvSpPr>
        <p:spPr bwMode="auto">
          <a:xfrm>
            <a:off x="1676400" y="3095625"/>
            <a:ext cx="3735070" cy="4749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4306" tIns="52153" rIns="104306" bIns="52153">
            <a:spAutoFit/>
          </a:bodyPr>
          <a:lstStyle>
            <a:lvl1pPr eaLnBrk="0" hangingPunct="0">
              <a:defRPr kumimoji="1" sz="1000">
                <a:solidFill>
                  <a:srgbClr val="000000"/>
                </a:solidFill>
                <a:latin typeface="바탕체" panose="02030609000101010101" pitchFamily="17" charset="-127"/>
                <a:ea typeface="바탕체" panose="02030609000101010101" pitchFamily="17" charset="-127"/>
              </a:defRPr>
            </a:lvl1pPr>
            <a:lvl2pPr marL="742950" indent="-285750" eaLnBrk="0" hangingPunct="0">
              <a:defRPr kumimoji="1" sz="1000">
                <a:solidFill>
                  <a:srgbClr val="000000"/>
                </a:solidFill>
                <a:latin typeface="바탕체" panose="02030609000101010101" pitchFamily="17" charset="-127"/>
                <a:ea typeface="바탕체" panose="02030609000101010101" pitchFamily="17" charset="-127"/>
              </a:defRPr>
            </a:lvl2pPr>
            <a:lvl3pPr marL="1143000" indent="-228600" eaLnBrk="0" hangingPunct="0">
              <a:defRPr kumimoji="1" sz="1000">
                <a:solidFill>
                  <a:srgbClr val="000000"/>
                </a:solidFill>
                <a:latin typeface="바탕체" panose="02030609000101010101" pitchFamily="17" charset="-127"/>
                <a:ea typeface="바탕체" panose="02030609000101010101" pitchFamily="17" charset="-127"/>
              </a:defRPr>
            </a:lvl3pPr>
            <a:lvl4pPr marL="1600200" indent="-228600" eaLnBrk="0" hangingPunct="0">
              <a:defRPr kumimoji="1" sz="1000">
                <a:solidFill>
                  <a:srgbClr val="000000"/>
                </a:solidFill>
                <a:latin typeface="바탕체" panose="02030609000101010101" pitchFamily="17" charset="-127"/>
                <a:ea typeface="바탕체" panose="02030609000101010101" pitchFamily="17" charset="-127"/>
              </a:defRPr>
            </a:lvl4pPr>
            <a:lvl5pPr marL="2057400" indent="-228600" eaLnBrk="0" hangingPunct="0">
              <a:defRPr kumimoji="1" sz="1000">
                <a:solidFill>
                  <a:srgbClr val="000000"/>
                </a:solidFill>
                <a:latin typeface="바탕체" panose="02030609000101010101" pitchFamily="17" charset="-127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바탕체" panose="02030609000101010101" pitchFamily="17" charset="-127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바탕체" panose="02030609000101010101" pitchFamily="17" charset="-127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바탕체" panose="02030609000101010101" pitchFamily="17" charset="-127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바탕체" panose="02030609000101010101" pitchFamily="17" charset="-127"/>
                <a:ea typeface="바탕체" panose="02030609000101010101" pitchFamily="17" charset="-127"/>
              </a:defRPr>
            </a:lvl9pPr>
          </a:lstStyle>
          <a:p>
            <a:pPr algn="ctr" eaLnBrk="1" hangingPunct="1"/>
            <a:r>
              <a:rPr lang="ko-KR" altLang="en-US" sz="2401" dirty="0">
                <a:solidFill>
                  <a:schemeClr val="bg1"/>
                </a:solidFill>
                <a:latin typeface="양재튼튼체B" panose="02020603020101020101" pitchFamily="18" charset="-127"/>
                <a:ea typeface="문체부 바탕체" panose="02030609000101010101" pitchFamily="17" charset="-127"/>
              </a:rPr>
              <a:t>현장조사보고서</a:t>
            </a:r>
          </a:p>
        </p:txBody>
      </p:sp>
      <p:sp>
        <p:nvSpPr>
          <p:cNvPr id="2054" name="TextBox 8"/>
          <p:cNvSpPr txBox="1">
            <a:spLocks noChangeArrowheads="1"/>
          </p:cNvSpPr>
          <p:nvPr/>
        </p:nvSpPr>
        <p:spPr bwMode="auto">
          <a:xfrm>
            <a:off x="2569210" y="5549265"/>
            <a:ext cx="2101850" cy="4133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04306" tIns="52153" rIns="104306" bIns="52153">
            <a:spAutoFit/>
          </a:bodyPr>
          <a:lstStyle>
            <a:lvl1pPr eaLnBrk="0" hangingPunct="0">
              <a:defRPr kumimoji="1" sz="1000">
                <a:solidFill>
                  <a:srgbClr val="000000"/>
                </a:solidFill>
                <a:latin typeface="바탕체" panose="02030609000101010101" pitchFamily="17" charset="-127"/>
                <a:ea typeface="바탕체" panose="02030609000101010101" pitchFamily="17" charset="-127"/>
              </a:defRPr>
            </a:lvl1pPr>
            <a:lvl2pPr marL="742950" indent="-285750" eaLnBrk="0" hangingPunct="0">
              <a:defRPr kumimoji="1" sz="1000">
                <a:solidFill>
                  <a:srgbClr val="000000"/>
                </a:solidFill>
                <a:latin typeface="바탕체" panose="02030609000101010101" pitchFamily="17" charset="-127"/>
                <a:ea typeface="바탕체" panose="02030609000101010101" pitchFamily="17" charset="-127"/>
              </a:defRPr>
            </a:lvl2pPr>
            <a:lvl3pPr marL="1143000" indent="-228600" eaLnBrk="0" hangingPunct="0">
              <a:defRPr kumimoji="1" sz="1000">
                <a:solidFill>
                  <a:srgbClr val="000000"/>
                </a:solidFill>
                <a:latin typeface="바탕체" panose="02030609000101010101" pitchFamily="17" charset="-127"/>
                <a:ea typeface="바탕체" panose="02030609000101010101" pitchFamily="17" charset="-127"/>
              </a:defRPr>
            </a:lvl3pPr>
            <a:lvl4pPr marL="1600200" indent="-228600" eaLnBrk="0" hangingPunct="0">
              <a:defRPr kumimoji="1" sz="1000">
                <a:solidFill>
                  <a:srgbClr val="000000"/>
                </a:solidFill>
                <a:latin typeface="바탕체" panose="02030609000101010101" pitchFamily="17" charset="-127"/>
                <a:ea typeface="바탕체" panose="02030609000101010101" pitchFamily="17" charset="-127"/>
              </a:defRPr>
            </a:lvl4pPr>
            <a:lvl5pPr marL="2057400" indent="-228600" eaLnBrk="0" hangingPunct="0">
              <a:defRPr kumimoji="1" sz="1000">
                <a:solidFill>
                  <a:srgbClr val="000000"/>
                </a:solidFill>
                <a:latin typeface="바탕체" panose="02030609000101010101" pitchFamily="17" charset="-127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바탕체" panose="02030609000101010101" pitchFamily="17" charset="-127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바탕체" panose="02030609000101010101" pitchFamily="17" charset="-127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바탕체" panose="02030609000101010101" pitchFamily="17" charset="-127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바탕체" panose="02030609000101010101" pitchFamily="17" charset="-127"/>
                <a:ea typeface="바탕체" panose="02030609000101010101" pitchFamily="17" charset="-127"/>
              </a:defRPr>
            </a:lvl9pPr>
          </a:lstStyle>
          <a:p>
            <a:pPr algn="ctr" eaLnBrk="1" hangingPunct="1"/>
            <a:r>
              <a:rPr lang="en-US" altLang="ko-KR" sz="2000" dirty="0">
                <a:latin typeface="양재튼튼체B" panose="02020603020101020101" pitchFamily="18" charset="-127"/>
                <a:ea typeface="문체부 바탕체" panose="02030609000101010101" pitchFamily="17" charset="-127"/>
              </a:rPr>
              <a:t>2026. 07.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EC29D2-5DD6-999F-D50E-43276031C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Box 8">
            <a:extLst>
              <a:ext uri="{FF2B5EF4-FFF2-40B4-BE49-F238E27FC236}">
                <a16:creationId xmlns:a16="http://schemas.microsoft.com/office/drawing/2014/main" id="{D8591B0D-206D-2E9F-67CC-2723E75C3909}"/>
              </a:ext>
            </a:extLst>
          </p:cNvPr>
          <p:cNvSpPr txBox="1">
            <a:spLocks noChangeArrowheads="1"/>
          </p:cNvSpPr>
          <p:nvPr/>
        </p:nvSpPr>
        <p:spPr>
          <a:xfrm>
            <a:off x="200660" y="708025"/>
            <a:ext cx="5198110" cy="33169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marL="457200" indent="-457200" eaLnBrk="0" hangingPunct="0">
              <a:defRPr kumimoji="1" sz="1000">
                <a:solidFill>
                  <a:srgbClr val="000000"/>
                </a:solidFill>
                <a:latin typeface="바탕체"/>
                <a:ea typeface="바탕체"/>
              </a:defRPr>
            </a:lvl1pPr>
            <a:lvl2pPr marL="742950" indent="-285750" eaLnBrk="0" hangingPunct="0">
              <a:defRPr kumimoji="1" sz="1000">
                <a:solidFill>
                  <a:srgbClr val="000000"/>
                </a:solidFill>
                <a:latin typeface="바탕체"/>
                <a:ea typeface="바탕체"/>
              </a:defRPr>
            </a:lvl2pPr>
            <a:lvl3pPr marL="1143000" indent="-228600" eaLnBrk="0" hangingPunct="0">
              <a:defRPr kumimoji="1" sz="1000">
                <a:solidFill>
                  <a:srgbClr val="000000"/>
                </a:solidFill>
                <a:latin typeface="바탕체"/>
                <a:ea typeface="바탕체"/>
              </a:defRPr>
            </a:lvl3pPr>
            <a:lvl4pPr marL="1600200" indent="-228600" eaLnBrk="0" hangingPunct="0">
              <a:defRPr kumimoji="1" sz="1000">
                <a:solidFill>
                  <a:srgbClr val="000000"/>
                </a:solidFill>
                <a:latin typeface="바탕체"/>
                <a:ea typeface="바탕체"/>
              </a:defRPr>
            </a:lvl4pPr>
            <a:lvl5pPr marL="2057400" indent="-228600" eaLnBrk="0" hangingPunct="0">
              <a:defRPr kumimoji="1" sz="1000">
                <a:solidFill>
                  <a:srgbClr val="000000"/>
                </a:solidFill>
                <a:latin typeface="바탕체"/>
                <a:ea typeface="바탕체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바탕체"/>
                <a:ea typeface="바탕체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바탕체"/>
                <a:ea typeface="바탕체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바탕체"/>
                <a:ea typeface="바탕체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바탕체"/>
                <a:ea typeface="바탕체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defRPr/>
            </a:pPr>
            <a:r>
              <a:rPr lang="en-US" altLang="ko-KR" sz="1400" b="1" dirty="0">
                <a:solidFill>
                  <a:schemeClr val="tx1"/>
                </a:solidFill>
                <a:latin typeface="휴먼엑스포"/>
                <a:ea typeface="문체부 바탕체"/>
              </a:rPr>
              <a:t>&lt; </a:t>
            </a:r>
            <a:r>
              <a:rPr lang="ko-KR" altLang="en-US" sz="1400" b="1" dirty="0">
                <a:solidFill>
                  <a:schemeClr val="tx1"/>
                </a:solidFill>
                <a:latin typeface="휴먼엑스포"/>
                <a:ea typeface="문체부 바탕체"/>
              </a:rPr>
              <a:t>개략도</a:t>
            </a:r>
            <a:r>
              <a:rPr lang="en-US" altLang="ko-KR" sz="1400" b="1" dirty="0">
                <a:solidFill>
                  <a:schemeClr val="tx1"/>
                </a:solidFill>
                <a:latin typeface="휴먼엑스포"/>
                <a:ea typeface="문체부 바탕체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32290316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F2CF4E-012A-6A9D-B342-FC90FA969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표 39">
            <a:extLst>
              <a:ext uri="{FF2B5EF4-FFF2-40B4-BE49-F238E27FC236}">
                <a16:creationId xmlns:a16="http://schemas.microsoft.com/office/drawing/2014/main" id="{A45026E0-5C50-3A15-A8DC-511D986C46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4150385"/>
              </p:ext>
            </p:extLst>
          </p:nvPr>
        </p:nvGraphicFramePr>
        <p:xfrm>
          <a:off x="635" y="1191484"/>
          <a:ext cx="6857365" cy="17940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06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39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91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67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64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635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3881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638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1976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93476">
                <a:tc>
                  <a:txBody>
                    <a:bodyPr/>
                    <a:lstStyle/>
                    <a:p>
                      <a:pPr marL="0" lvl="1" indent="0" algn="ctr" latinLnBrk="1">
                        <a:buFontTx/>
                        <a:buNone/>
                      </a:pPr>
                      <a:r>
                        <a:rPr lang="en-US" altLang="ko-KR" sz="1100" kern="1200">
                          <a:solidFill>
                            <a:srgbClr val="000000"/>
                          </a:solidFill>
                        </a:rPr>
                        <a:t>NO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1" indent="0" algn="ctr" latinLnBrk="1">
                        <a:buFontTx/>
                        <a:buNone/>
                      </a:pPr>
                      <a:r>
                        <a:rPr lang="ko-KR" altLang="en-US" sz="1100" kern="1200" dirty="0">
                          <a:solidFill>
                            <a:srgbClr val="000000"/>
                          </a:solidFill>
                        </a:rPr>
                        <a:t>명칭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lang="ko-KR" altLang="en-US" sz="1100" kern="1200">
                          <a:solidFill>
                            <a:srgbClr val="000000"/>
                          </a:solidFill>
                        </a:rPr>
                        <a:t>무가박스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1" indent="0" algn="ctr" latinLnBrk="1">
                        <a:buFontTx/>
                        <a:buNone/>
                      </a:pPr>
                      <a:r>
                        <a:rPr lang="ko-KR" altLang="en-US" sz="1100" kern="1200">
                          <a:solidFill>
                            <a:srgbClr val="000000"/>
                          </a:solidFill>
                        </a:rPr>
                        <a:t>신호케이블</a:t>
                      </a:r>
                    </a:p>
                    <a:p>
                      <a:pPr marL="0" lvl="1" indent="0" algn="ctr" latinLnBrk="1">
                        <a:buFontTx/>
                        <a:buNone/>
                      </a:pPr>
                      <a:r>
                        <a:rPr lang="en-US" altLang="ko-KR" sz="1100" kern="1200">
                          <a:solidFill>
                            <a:srgbClr val="000000"/>
                          </a:solidFill>
                        </a:rPr>
                        <a:t>6C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1" indent="0" algn="ctr" latinLnBrk="1">
                        <a:buFontTx/>
                        <a:buNone/>
                      </a:pPr>
                      <a:r>
                        <a:rPr lang="ko-KR" altLang="en-US" sz="1100" kern="1200">
                          <a:solidFill>
                            <a:srgbClr val="000000"/>
                          </a:solidFill>
                        </a:rPr>
                        <a:t>플렉시블</a:t>
                      </a:r>
                    </a:p>
                    <a:p>
                      <a:pPr marL="0" lvl="1" indent="0" algn="ctr" latinLnBrk="1">
                        <a:buFontTx/>
                        <a:buNone/>
                      </a:pPr>
                      <a:r>
                        <a:rPr lang="ko-KR" altLang="en-US" sz="1100" kern="1200">
                          <a:solidFill>
                            <a:srgbClr val="000000"/>
                          </a:solidFill>
                        </a:rPr>
                        <a:t>전선관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1" indent="0" algn="ctr" latinLnBrk="1">
                        <a:buFontTx/>
                        <a:buNone/>
                      </a:pPr>
                      <a:r>
                        <a:rPr lang="ko-KR" altLang="en-US" sz="1100" kern="1200">
                          <a:solidFill>
                            <a:srgbClr val="000000"/>
                          </a:solidFill>
                        </a:rPr>
                        <a:t>벽 뚫기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1" indent="0" algn="ctr" latinLnBrk="1">
                        <a:buFontTx/>
                        <a:buNone/>
                      </a:pPr>
                      <a:r>
                        <a:rPr lang="ko-KR" altLang="en-US" sz="1100" kern="1200" dirty="0">
                          <a:solidFill>
                            <a:srgbClr val="000000"/>
                          </a:solidFill>
                        </a:rPr>
                        <a:t>통신</a:t>
                      </a:r>
                      <a:endParaRPr lang="en-US" altLang="ko-KR" sz="1100" kern="1200" dirty="0">
                        <a:solidFill>
                          <a:srgbClr val="000000"/>
                        </a:solidFill>
                      </a:endParaRPr>
                    </a:p>
                    <a:p>
                      <a:pPr marL="0" lvl="1" indent="0" algn="ctr" latinLnBrk="1">
                        <a:buFontTx/>
                        <a:buNone/>
                      </a:pPr>
                      <a:r>
                        <a:rPr lang="ko-KR" altLang="en-US" sz="1100" kern="1200" dirty="0">
                          <a:solidFill>
                            <a:srgbClr val="000000"/>
                          </a:solidFill>
                        </a:rPr>
                        <a:t>카드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1" indent="0" algn="ctr" latinLnBrk="1">
                        <a:buFontTx/>
                        <a:buNone/>
                      </a:pPr>
                      <a:r>
                        <a:rPr lang="en-US" altLang="ko-KR" sz="1100" kern="1200">
                          <a:solidFill>
                            <a:srgbClr val="000000"/>
                          </a:solidFill>
                        </a:rPr>
                        <a:t>SMPS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  <a:p>
                      <a:pPr marL="0" lvl="1" indent="0" algn="ctr" latinLnBrk="1">
                        <a:buFontTx/>
                        <a:buNone/>
                      </a:pPr>
                      <a:r>
                        <a:rPr lang="ko-KR" altLang="en-US" sz="1100" kern="1200">
                          <a:solidFill>
                            <a:srgbClr val="000000"/>
                          </a:solidFill>
                        </a:rPr>
                        <a:t>차단기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1" indent="0" algn="ctr" latinLnBrk="1">
                        <a:buFontTx/>
                        <a:buNone/>
                      </a:pPr>
                      <a:r>
                        <a:rPr lang="en-US" altLang="ko-KR" sz="1050" kern="1200">
                          <a:solidFill>
                            <a:srgbClr val="000000"/>
                          </a:solidFill>
                        </a:rPr>
                        <a:t>SMPS</a:t>
                      </a:r>
                      <a:endParaRPr lang="ko-KR" altLang="en-US" sz="1050" kern="1200">
                        <a:solidFill>
                          <a:srgbClr val="0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1" indent="0" algn="ctr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아답터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0664">
                <a:tc>
                  <a:txBody>
                    <a:bodyPr/>
                    <a:lstStyle/>
                    <a:p>
                      <a:pPr marL="0" lvl="1" indent="0" algn="ctr" latinLnBrk="1">
                        <a:buFontTx/>
                        <a:buNone/>
                      </a:pPr>
                      <a:r>
                        <a:rPr lang="en-US" altLang="ko-KR" sz="1100" kern="12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ko-KR" altLang="en-US" sz="1100" kern="1200" dirty="0">
                        <a:solidFill>
                          <a:srgbClr val="0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1" indent="0" algn="ctr" latinLnBrk="1">
                        <a:buFontTx/>
                        <a:buNone/>
                      </a:pPr>
                      <a:endParaRPr lang="ko-KR" altLang="en-US" sz="1000" kern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1" indent="0" algn="ctr" latinLnBrk="1">
                        <a:buFontTx/>
                        <a:buNone/>
                      </a:pPr>
                      <a:endParaRPr lang="en-US" altLang="ko-KR" sz="1000" kern="1200" dirty="0">
                        <a:solidFill>
                          <a:srgbClr val="0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endParaRPr lang="ko-KR" altLang="en-US" sz="1100" kern="1200" dirty="0">
                        <a:solidFill>
                          <a:srgbClr val="0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1" indent="0" algn="ctr" defTabSz="91436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kern="1200" dirty="0">
                        <a:solidFill>
                          <a:srgbClr val="0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1" indent="0" algn="ctr" latinLnBrk="1">
                        <a:buFontTx/>
                        <a:buNone/>
                      </a:pPr>
                      <a:endParaRPr lang="ko-KR" altLang="en-US" sz="1100" kern="1200" dirty="0">
                        <a:solidFill>
                          <a:srgbClr val="0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1" indent="0" algn="ctr" latinLnBrk="1">
                        <a:buFontTx/>
                        <a:buNone/>
                      </a:pPr>
                      <a:endParaRPr lang="ko-KR" altLang="en-US" sz="1100" kern="1200" dirty="0">
                        <a:solidFill>
                          <a:srgbClr val="0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1" indent="0" algn="ctr" latinLnBrk="1">
                        <a:buFontTx/>
                        <a:buNone/>
                      </a:pPr>
                      <a:endParaRPr lang="ko-KR" altLang="en-US" sz="1100" kern="1200" dirty="0">
                        <a:solidFill>
                          <a:srgbClr val="0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1" indent="0" algn="ctr" defTabSz="91436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kern="1200" dirty="0">
                        <a:solidFill>
                          <a:srgbClr val="0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1" indent="0" algn="ctr" latinLnBrk="1">
                        <a:buFontTx/>
                        <a:buNone/>
                      </a:pPr>
                      <a:endParaRPr lang="ko-KR" altLang="en-US" sz="1100" kern="1200" dirty="0">
                        <a:solidFill>
                          <a:srgbClr val="00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976">
                <a:tc>
                  <a:txBody>
                    <a:bodyPr/>
                    <a:lstStyle/>
                    <a:p>
                      <a:pPr marL="0" lvl="1" indent="0" algn="ctr" latinLnBrk="1">
                        <a:buFontTx/>
                        <a:buNone/>
                      </a:pPr>
                      <a:r>
                        <a:rPr lang="en-US" altLang="ko-KR" sz="1100" kern="12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ko-KR" altLang="en-US" sz="1100" kern="1200" dirty="0">
                        <a:solidFill>
                          <a:srgbClr val="0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1" indent="0" algn="ctr" latinLnBrk="1">
                        <a:buFontTx/>
                        <a:buNone/>
                      </a:pPr>
                      <a:endParaRPr lang="ko-KR" altLang="en-US" sz="1000" kern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1" indent="0" algn="ctr" latinLnBrk="1">
                        <a:buFontTx/>
                        <a:buNone/>
                      </a:pPr>
                      <a:endParaRPr lang="en-US" altLang="ko-KR" sz="1000" kern="1200" dirty="0">
                        <a:solidFill>
                          <a:srgbClr val="0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endParaRPr lang="ko-KR" altLang="en-US" sz="1100" kern="1200" dirty="0">
                        <a:solidFill>
                          <a:srgbClr val="0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endParaRPr lang="ko-KR" altLang="en-US" sz="1100" kern="1200" dirty="0">
                        <a:solidFill>
                          <a:srgbClr val="0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1" indent="0" algn="ctr" latinLnBrk="1">
                        <a:buFontTx/>
                        <a:buNone/>
                      </a:pPr>
                      <a:endParaRPr lang="ko-KR" altLang="en-US" sz="1100" kern="1200" dirty="0">
                        <a:solidFill>
                          <a:srgbClr val="0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1" indent="0" algn="ctr" latinLnBrk="1">
                        <a:buFontTx/>
                        <a:buNone/>
                      </a:pPr>
                      <a:endParaRPr lang="ko-KR" altLang="en-US" sz="1100" kern="1200" dirty="0">
                        <a:solidFill>
                          <a:srgbClr val="0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1" indent="0" algn="ctr" latinLnBrk="1">
                        <a:buFontTx/>
                        <a:buNone/>
                      </a:pPr>
                      <a:endParaRPr lang="en-US" altLang="ko-KR" sz="1100" kern="1200" dirty="0">
                        <a:solidFill>
                          <a:srgbClr val="0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1" indent="0" algn="ctr" defTabSz="91436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kern="1200" dirty="0">
                        <a:solidFill>
                          <a:srgbClr val="0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1" indent="0" algn="ctr" latinLnBrk="1">
                        <a:buFontTx/>
                        <a:buNone/>
                      </a:pPr>
                      <a:endParaRPr lang="ko-KR" altLang="en-US" sz="1100" kern="1200" dirty="0">
                        <a:solidFill>
                          <a:srgbClr val="00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8056128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0" lvl="1" indent="0" algn="ctr" latinLnBrk="1">
                        <a:buFontTx/>
                        <a:buNone/>
                      </a:pPr>
                      <a:r>
                        <a:rPr lang="en-US" altLang="ko-KR" sz="1100" kern="12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ko-KR" altLang="en-US" sz="1100" kern="1200" dirty="0">
                        <a:solidFill>
                          <a:srgbClr val="0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1" indent="0" algn="ctr" latinLnBrk="1">
                        <a:buFontTx/>
                        <a:buNone/>
                      </a:pPr>
                      <a:endParaRPr lang="ko-KR" altLang="en-US" sz="1000" kern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1" indent="0" algn="ctr" latinLnBrk="1">
                        <a:buFontTx/>
                        <a:buNone/>
                      </a:pPr>
                      <a:endParaRPr lang="en-US" altLang="ko-KR" sz="1000" kern="1200" dirty="0">
                        <a:solidFill>
                          <a:srgbClr val="0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endParaRPr lang="ko-KR" altLang="en-US" sz="1100" kern="1200" dirty="0">
                        <a:solidFill>
                          <a:srgbClr val="0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endParaRPr lang="ko-KR" altLang="en-US" sz="1100" kern="1200" dirty="0">
                        <a:solidFill>
                          <a:srgbClr val="0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1" indent="0" algn="ctr" latinLnBrk="1">
                        <a:buFontTx/>
                        <a:buNone/>
                      </a:pPr>
                      <a:endParaRPr lang="ko-KR" altLang="en-US" sz="1100" kern="1200" dirty="0">
                        <a:solidFill>
                          <a:srgbClr val="0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1" indent="0" algn="ctr" latinLnBrk="1">
                        <a:buFontTx/>
                        <a:buNone/>
                      </a:pPr>
                      <a:endParaRPr lang="ko-KR" altLang="en-US" sz="1100" kern="1200" dirty="0">
                        <a:solidFill>
                          <a:srgbClr val="0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1" indent="0" algn="ctr" latinLnBrk="1">
                        <a:buFontTx/>
                        <a:buNone/>
                      </a:pPr>
                      <a:endParaRPr lang="en-US" altLang="ko-KR" sz="1100" kern="1200" dirty="0">
                        <a:solidFill>
                          <a:srgbClr val="0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1" indent="0" algn="ctr" defTabSz="91436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kern="1200" dirty="0">
                        <a:solidFill>
                          <a:srgbClr val="0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1" indent="0" algn="ctr" latinLnBrk="1">
                        <a:buFontTx/>
                        <a:buNone/>
                      </a:pPr>
                      <a:endParaRPr lang="ko-KR" altLang="en-US" sz="1100" kern="1200" dirty="0">
                        <a:solidFill>
                          <a:srgbClr val="00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034104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0" lvl="1" indent="0" algn="ctr" latinLnBrk="1">
                        <a:buFontTx/>
                        <a:buNone/>
                      </a:pPr>
                      <a:r>
                        <a:rPr lang="en-US" altLang="ko-KR" sz="1100" kern="12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ko-KR" altLang="en-US" sz="1100" kern="1200" dirty="0">
                        <a:solidFill>
                          <a:srgbClr val="0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1" indent="0" algn="ctr" latinLnBrk="1">
                        <a:buFontTx/>
                        <a:buNone/>
                      </a:pPr>
                      <a:endParaRPr lang="ko-KR" altLang="en-US" sz="1000" kern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1" indent="0" algn="ctr" latinLnBrk="1">
                        <a:buFontTx/>
                        <a:buNone/>
                      </a:pPr>
                      <a:endParaRPr lang="ko-KR" altLang="en-US" sz="1100" kern="1200" dirty="0">
                        <a:solidFill>
                          <a:srgbClr val="0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endParaRPr lang="ko-KR" altLang="en-US" sz="1100" kern="1200" dirty="0">
                        <a:solidFill>
                          <a:srgbClr val="0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1" indent="0" algn="ctr" latinLnBrk="1">
                        <a:buFontTx/>
                        <a:buNone/>
                      </a:pPr>
                      <a:endParaRPr lang="ko-KR" altLang="en-US" sz="1100" kern="1200" dirty="0">
                        <a:solidFill>
                          <a:srgbClr val="0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1" indent="0" algn="ctr" latinLnBrk="1">
                        <a:buFontTx/>
                        <a:buNone/>
                      </a:pPr>
                      <a:endParaRPr lang="ko-KR" altLang="en-US" sz="1100" kern="1200" dirty="0">
                        <a:solidFill>
                          <a:srgbClr val="0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1" indent="0" algn="ctr" defTabSz="91436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kern="1200" dirty="0">
                        <a:solidFill>
                          <a:srgbClr val="0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1" indent="0" algn="ctr" latinLnBrk="1">
                        <a:buFontTx/>
                        <a:buNone/>
                      </a:pPr>
                      <a:endParaRPr lang="ko-KR" altLang="en-US" sz="1100" kern="1200" dirty="0">
                        <a:solidFill>
                          <a:srgbClr val="0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1" indent="0" algn="ctr" latinLnBrk="1">
                        <a:buFontTx/>
                        <a:buNone/>
                      </a:pPr>
                      <a:endParaRPr lang="ko-KR" altLang="en-US" sz="1100" kern="1200" dirty="0">
                        <a:solidFill>
                          <a:srgbClr val="0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1" indent="0" algn="ctr" latinLnBrk="1">
                        <a:buFontTx/>
                        <a:buNone/>
                      </a:pPr>
                      <a:endParaRPr lang="ko-KR" altLang="en-US" sz="1100" kern="1200" dirty="0">
                        <a:solidFill>
                          <a:srgbClr val="00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46611425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0" lvl="1" indent="0" algn="ctr" latinLnBrk="1">
                        <a:buFontTx/>
                        <a:buNone/>
                      </a:pPr>
                      <a:r>
                        <a:rPr lang="en-US" altLang="ko-KR" sz="1100" kern="12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ko-KR" altLang="en-US" sz="1100" kern="1200" dirty="0">
                        <a:solidFill>
                          <a:srgbClr val="0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1" indent="0" algn="ctr" latinLnBrk="1">
                        <a:buFontTx/>
                        <a:buNone/>
                      </a:pPr>
                      <a:endParaRPr lang="ko-KR" altLang="en-US" sz="1000" kern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1" indent="0" algn="ctr" latinLnBrk="1">
                        <a:buFontTx/>
                        <a:buNone/>
                      </a:pPr>
                      <a:endParaRPr lang="ko-KR" altLang="en-US" sz="1100" kern="1200" dirty="0">
                        <a:solidFill>
                          <a:srgbClr val="0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endParaRPr lang="ko-KR" altLang="en-US" sz="1100" kern="1200" dirty="0">
                        <a:solidFill>
                          <a:srgbClr val="0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1" indent="0" algn="ctr" latinLnBrk="1">
                        <a:buFontTx/>
                        <a:buNone/>
                      </a:pPr>
                      <a:endParaRPr lang="ko-KR" altLang="en-US" sz="1100" kern="1200" dirty="0">
                        <a:solidFill>
                          <a:srgbClr val="0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1" indent="0" algn="ctr" latinLnBrk="1">
                        <a:buFontTx/>
                        <a:buNone/>
                      </a:pPr>
                      <a:endParaRPr lang="ko-KR" altLang="en-US" sz="1100" kern="1200" dirty="0">
                        <a:solidFill>
                          <a:srgbClr val="0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1" indent="0" algn="ctr" defTabSz="91436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kern="1200" dirty="0">
                        <a:solidFill>
                          <a:srgbClr val="0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1" indent="0" algn="ctr" latinLnBrk="1">
                        <a:buFontTx/>
                        <a:buNone/>
                      </a:pPr>
                      <a:endParaRPr lang="en-US" altLang="ko-KR" sz="1100" kern="1200" dirty="0">
                        <a:solidFill>
                          <a:srgbClr val="0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1" indent="0" algn="ctr" latinLnBrk="1">
                        <a:buFontTx/>
                        <a:buNone/>
                      </a:pPr>
                      <a:endParaRPr lang="ko-KR" altLang="en-US" sz="1100" kern="1200" dirty="0">
                        <a:solidFill>
                          <a:srgbClr val="0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1" indent="0" algn="ctr" latinLnBrk="1">
                        <a:buFontTx/>
                        <a:buNone/>
                      </a:pPr>
                      <a:endParaRPr lang="ko-KR" altLang="en-US" sz="1100" kern="1200" dirty="0">
                        <a:solidFill>
                          <a:srgbClr val="00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5148900"/>
                  </a:ext>
                </a:extLst>
              </a:tr>
            </a:tbl>
          </a:graphicData>
        </a:graphic>
      </p:graphicFrame>
      <p:sp>
        <p:nvSpPr>
          <p:cNvPr id="44" name="Text Box 8">
            <a:extLst>
              <a:ext uri="{FF2B5EF4-FFF2-40B4-BE49-F238E27FC236}">
                <a16:creationId xmlns:a16="http://schemas.microsoft.com/office/drawing/2014/main" id="{16A4C22C-09BD-4BBF-4321-0E4BFFAB12A8}"/>
              </a:ext>
            </a:extLst>
          </p:cNvPr>
          <p:cNvSpPr txBox="1">
            <a:spLocks noChangeArrowheads="1"/>
          </p:cNvSpPr>
          <p:nvPr/>
        </p:nvSpPr>
        <p:spPr>
          <a:xfrm>
            <a:off x="249555" y="859790"/>
            <a:ext cx="5198110" cy="33169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marL="457200" indent="-457200" eaLnBrk="0" hangingPunct="0">
              <a:defRPr kumimoji="1" sz="1000">
                <a:solidFill>
                  <a:srgbClr val="000000"/>
                </a:solidFill>
                <a:latin typeface="바탕체"/>
                <a:ea typeface="바탕체"/>
              </a:defRPr>
            </a:lvl1pPr>
            <a:lvl2pPr marL="742950" indent="-285750" eaLnBrk="0" hangingPunct="0">
              <a:defRPr kumimoji="1" sz="1000">
                <a:solidFill>
                  <a:srgbClr val="000000"/>
                </a:solidFill>
                <a:latin typeface="바탕체"/>
                <a:ea typeface="바탕체"/>
              </a:defRPr>
            </a:lvl2pPr>
            <a:lvl3pPr marL="1143000" indent="-228600" eaLnBrk="0" hangingPunct="0">
              <a:defRPr kumimoji="1" sz="1000">
                <a:solidFill>
                  <a:srgbClr val="000000"/>
                </a:solidFill>
                <a:latin typeface="바탕체"/>
                <a:ea typeface="바탕체"/>
              </a:defRPr>
            </a:lvl3pPr>
            <a:lvl4pPr marL="1600200" indent="-228600" eaLnBrk="0" hangingPunct="0">
              <a:defRPr kumimoji="1" sz="1000">
                <a:solidFill>
                  <a:srgbClr val="000000"/>
                </a:solidFill>
                <a:latin typeface="바탕체"/>
                <a:ea typeface="바탕체"/>
              </a:defRPr>
            </a:lvl4pPr>
            <a:lvl5pPr marL="2057400" indent="-228600" eaLnBrk="0" hangingPunct="0">
              <a:defRPr kumimoji="1" sz="1000">
                <a:solidFill>
                  <a:srgbClr val="000000"/>
                </a:solidFill>
                <a:latin typeface="바탕체"/>
                <a:ea typeface="바탕체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바탕체"/>
                <a:ea typeface="바탕체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바탕체"/>
                <a:ea typeface="바탕체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바탕체"/>
                <a:ea typeface="바탕체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바탕체"/>
                <a:ea typeface="바탕체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defRPr/>
            </a:pPr>
            <a:r>
              <a:rPr lang="en-US" altLang="ko-KR" sz="1400" b="1" dirty="0">
                <a:solidFill>
                  <a:schemeClr val="tx1"/>
                </a:solidFill>
                <a:latin typeface="휴먼엑스포"/>
                <a:ea typeface="문체부 바탕체"/>
              </a:rPr>
              <a:t>&lt; </a:t>
            </a:r>
            <a:r>
              <a:rPr lang="en-US" altLang="ko-KR" sz="1400" b="1" dirty="0" err="1">
                <a:solidFill>
                  <a:schemeClr val="tx1"/>
                </a:solidFill>
                <a:latin typeface="휴먼엑스포"/>
                <a:ea typeface="문체부 바탕체"/>
              </a:rPr>
              <a:t>thisname</a:t>
            </a:r>
            <a:r>
              <a:rPr lang="en-US" altLang="ko-KR" sz="1400" b="1" dirty="0">
                <a:solidFill>
                  <a:schemeClr val="tx1"/>
                </a:solidFill>
                <a:latin typeface="휴먼엑스포"/>
                <a:ea typeface="문체부 바탕체"/>
              </a:rPr>
              <a:t> </a:t>
            </a:r>
            <a:r>
              <a:rPr lang="ko-KR" altLang="en-US" sz="1400" b="1" dirty="0">
                <a:solidFill>
                  <a:schemeClr val="tx1"/>
                </a:solidFill>
                <a:latin typeface="휴먼엑스포"/>
                <a:ea typeface="문체부 바탕체"/>
              </a:rPr>
              <a:t>공사 </a:t>
            </a:r>
            <a:r>
              <a:rPr lang="en-US" altLang="ko-KR" sz="1400" b="1" dirty="0">
                <a:solidFill>
                  <a:schemeClr val="tx1"/>
                </a:solidFill>
                <a:latin typeface="휴먼엑스포"/>
                <a:ea typeface="문체부 바탕체"/>
              </a:rPr>
              <a:t>&gt;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64DD2A-F03D-EBEF-C2ED-072FBD3E3C23}"/>
              </a:ext>
            </a:extLst>
          </p:cNvPr>
          <p:cNvSpPr txBox="1"/>
          <p:nvPr/>
        </p:nvSpPr>
        <p:spPr>
          <a:xfrm>
            <a:off x="-1" y="4591249"/>
            <a:ext cx="645922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50" b="1" dirty="0">
                <a:solidFill>
                  <a:srgbClr val="FF0000"/>
                </a:solidFill>
              </a:rPr>
              <a:t>특이사항</a:t>
            </a:r>
            <a:endParaRPr lang="en-US" altLang="ko-KR" sz="1050" b="1" dirty="0">
              <a:solidFill>
                <a:srgbClr val="FF0000"/>
              </a:solidFill>
            </a:endParaRP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3EE25A0F-C63F-4D6D-B03E-5CD05A75AD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5830649"/>
              </p:ext>
            </p:extLst>
          </p:nvPr>
        </p:nvGraphicFramePr>
        <p:xfrm>
          <a:off x="-1" y="3873724"/>
          <a:ext cx="6858001" cy="7131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0834">
                  <a:extLst>
                    <a:ext uri="{9D8B030D-6E8A-4147-A177-3AD203B41FA5}">
                      <a16:colId xmlns:a16="http://schemas.microsoft.com/office/drawing/2014/main" val="311668881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549015830"/>
                    </a:ext>
                  </a:extLst>
                </a:gridCol>
                <a:gridCol w="764088">
                  <a:extLst>
                    <a:ext uri="{9D8B030D-6E8A-4147-A177-3AD203B41FA5}">
                      <a16:colId xmlns:a16="http://schemas.microsoft.com/office/drawing/2014/main" val="3381416403"/>
                    </a:ext>
                  </a:extLst>
                </a:gridCol>
                <a:gridCol w="939452">
                  <a:extLst>
                    <a:ext uri="{9D8B030D-6E8A-4147-A177-3AD203B41FA5}">
                      <a16:colId xmlns:a16="http://schemas.microsoft.com/office/drawing/2014/main" val="3227485502"/>
                    </a:ext>
                  </a:extLst>
                </a:gridCol>
                <a:gridCol w="826717">
                  <a:extLst>
                    <a:ext uri="{9D8B030D-6E8A-4147-A177-3AD203B41FA5}">
                      <a16:colId xmlns:a16="http://schemas.microsoft.com/office/drawing/2014/main" val="630054194"/>
                    </a:ext>
                  </a:extLst>
                </a:gridCol>
                <a:gridCol w="726510">
                  <a:extLst>
                    <a:ext uri="{9D8B030D-6E8A-4147-A177-3AD203B41FA5}">
                      <a16:colId xmlns:a16="http://schemas.microsoft.com/office/drawing/2014/main" val="1396732945"/>
                    </a:ext>
                  </a:extLst>
                </a:gridCol>
                <a:gridCol w="463463">
                  <a:extLst>
                    <a:ext uri="{9D8B030D-6E8A-4147-A177-3AD203B41FA5}">
                      <a16:colId xmlns:a16="http://schemas.microsoft.com/office/drawing/2014/main" val="531908461"/>
                    </a:ext>
                  </a:extLst>
                </a:gridCol>
                <a:gridCol w="638827">
                  <a:extLst>
                    <a:ext uri="{9D8B030D-6E8A-4147-A177-3AD203B41FA5}">
                      <a16:colId xmlns:a16="http://schemas.microsoft.com/office/drawing/2014/main" val="1630420226"/>
                    </a:ext>
                  </a:extLst>
                </a:gridCol>
                <a:gridCol w="563672">
                  <a:extLst>
                    <a:ext uri="{9D8B030D-6E8A-4147-A177-3AD203B41FA5}">
                      <a16:colId xmlns:a16="http://schemas.microsoft.com/office/drawing/2014/main" val="689201294"/>
                    </a:ext>
                  </a:extLst>
                </a:gridCol>
                <a:gridCol w="620038">
                  <a:extLst>
                    <a:ext uri="{9D8B030D-6E8A-4147-A177-3AD203B41FA5}">
                      <a16:colId xmlns:a16="http://schemas.microsoft.com/office/drawing/2014/main" val="562334253"/>
                    </a:ext>
                  </a:extLst>
                </a:gridCol>
              </a:tblGrid>
              <a:tr h="4222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NO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36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8976622"/>
                  </a:ext>
                </a:extLst>
              </a:tr>
              <a:tr h="29085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2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36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93293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35702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 0"/>
          <p:cNvSpPr txBox="1">
            <a:spLocks noChangeArrowheads="1"/>
          </p:cNvSpPr>
          <p:nvPr/>
        </p:nvSpPr>
        <p:spPr>
          <a:xfrm>
            <a:off x="0" y="825500"/>
            <a:ext cx="5198745" cy="331694"/>
          </a:xfrm>
          <a:prstGeom prst="rect">
            <a:avLst/>
          </a:prstGeom>
          <a:noFill/>
          <a:ln>
            <a:noFill/>
            <a:prstDash/>
          </a:ln>
        </p:spPr>
        <p:txBody>
          <a:bodyPr vert="horz" wrap="square" lIns="91440" tIns="45720" rIns="91440" bIns="45720" numCol="1" anchor="t">
            <a:spAutoFit/>
          </a:bodyPr>
          <a:lstStyle>
            <a:lvl1pPr marL="457200" indent="-457200" eaLnBrk="0" hangingPunct="0">
              <a:buFontTx/>
              <a:buNone/>
              <a:defRPr lang="en-GB" altLang="en-US" sz="1000">
                <a:solidFill>
                  <a:srgbClr val="000000"/>
                </a:solidFill>
                <a:latin typeface="바탕체" charset="0"/>
                <a:ea typeface="바탕체" charset="0"/>
              </a:defRPr>
            </a:lvl1pPr>
            <a:lvl2pPr marL="742950" lvl="1" indent="-285750" eaLnBrk="0" hangingPunct="0">
              <a:buFontTx/>
              <a:buNone/>
              <a:defRPr lang="en-GB" altLang="en-US" sz="1000">
                <a:solidFill>
                  <a:srgbClr val="000000"/>
                </a:solidFill>
                <a:latin typeface="바탕체" charset="0"/>
                <a:ea typeface="바탕체" charset="0"/>
              </a:defRPr>
            </a:lvl2pPr>
            <a:lvl3pPr marL="1143000" lvl="2" indent="-228600" eaLnBrk="0" hangingPunct="0">
              <a:buFontTx/>
              <a:buNone/>
              <a:defRPr lang="en-GB" altLang="en-US" sz="1000">
                <a:solidFill>
                  <a:srgbClr val="000000"/>
                </a:solidFill>
                <a:latin typeface="바탕체" charset="0"/>
                <a:ea typeface="바탕체" charset="0"/>
              </a:defRPr>
            </a:lvl3pPr>
            <a:lvl4pPr marL="1600200" lvl="3" indent="-228600" eaLnBrk="0" hangingPunct="0">
              <a:buFontTx/>
              <a:buNone/>
              <a:defRPr lang="en-GB" altLang="en-US" sz="1000">
                <a:solidFill>
                  <a:srgbClr val="000000"/>
                </a:solidFill>
                <a:latin typeface="바탕체" charset="0"/>
                <a:ea typeface="바탕체" charset="0"/>
              </a:defRPr>
            </a:lvl4pPr>
            <a:lvl5pPr marL="2057400" lvl="4" indent="-228600" eaLnBrk="0" hangingPunct="0">
              <a:buFontTx/>
              <a:buNone/>
              <a:defRPr lang="en-GB" altLang="en-US" sz="1000">
                <a:solidFill>
                  <a:srgbClr val="000000"/>
                </a:solidFill>
                <a:latin typeface="바탕체" charset="0"/>
                <a:ea typeface="바탕체" charset="0"/>
              </a:defRPr>
            </a:lvl5pPr>
            <a:lvl6pPr marL="2514600" lvl="5" indent="-228600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lang="en-GB" altLang="en-US" sz="1000">
                <a:solidFill>
                  <a:srgbClr val="000000"/>
                </a:solidFill>
                <a:latin typeface="바탕체" charset="0"/>
                <a:ea typeface="바탕체" charset="0"/>
              </a:defRPr>
            </a:lvl6pPr>
            <a:lvl7pPr marL="2971800" lvl="6" indent="-228600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lang="en-GB" altLang="en-US" sz="1000">
                <a:solidFill>
                  <a:srgbClr val="000000"/>
                </a:solidFill>
                <a:latin typeface="바탕체" charset="0"/>
                <a:ea typeface="바탕체" charset="0"/>
              </a:defRPr>
            </a:lvl7pPr>
            <a:lvl8pPr marL="3429000" lvl="7" indent="-228600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lang="en-GB" altLang="en-US" sz="1000">
                <a:solidFill>
                  <a:srgbClr val="000000"/>
                </a:solidFill>
                <a:latin typeface="바탕체" charset="0"/>
                <a:ea typeface="바탕체" charset="0"/>
              </a:defRPr>
            </a:lvl8pPr>
            <a:lvl9pPr marL="3886200" lvl="8" indent="-228600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lang="en-GB" altLang="en-US" sz="1000">
                <a:solidFill>
                  <a:srgbClr val="000000"/>
                </a:solidFill>
                <a:latin typeface="바탕체" charset="0"/>
                <a:ea typeface="바탕체" charset="0"/>
              </a:defRPr>
            </a:lvl9pPr>
          </a:lstStyle>
          <a:p>
            <a:pPr marL="457200" indent="-457200" eaLnBrk="1" hangingPunct="1">
              <a:lnSpc>
                <a:spcPct val="120000"/>
              </a:lnSpc>
              <a:spcBef>
                <a:spcPct val="50000"/>
              </a:spcBef>
              <a:buFontTx/>
              <a:buNone/>
              <a:defRPr/>
            </a:pPr>
            <a:r>
              <a:rPr lang="en-US" altLang="ko-KR" sz="1400" b="1" dirty="0">
                <a:solidFill>
                  <a:schemeClr val="tx1"/>
                </a:solidFill>
                <a:latin typeface="휴먼엑스포" charset="0"/>
                <a:ea typeface="문체부 바탕체" charset="0"/>
              </a:rPr>
              <a:t>&lt; </a:t>
            </a:r>
            <a:r>
              <a:rPr lang="ko-KR" altLang="en-US" sz="1400" b="1" dirty="0">
                <a:solidFill>
                  <a:schemeClr val="tx1"/>
                </a:solidFill>
                <a:latin typeface="휴먼엑스포" charset="0"/>
                <a:ea typeface="문체부 바탕체" charset="0"/>
              </a:rPr>
              <a:t>현장사진 </a:t>
            </a:r>
            <a:r>
              <a:rPr lang="en-US" altLang="ko-KR" sz="1400" b="1" dirty="0">
                <a:solidFill>
                  <a:schemeClr val="tx1"/>
                </a:solidFill>
                <a:latin typeface="휴먼엑스포" charset="0"/>
                <a:ea typeface="문체부 바탕체" charset="0"/>
              </a:rPr>
              <a:t>&gt;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>
            <a:extLst>
              <a:ext uri="{FF2B5EF4-FFF2-40B4-BE49-F238E27FC236}">
                <a16:creationId xmlns:a16="http://schemas.microsoft.com/office/drawing/2014/main" id="{221C874F-B13D-7094-E5A3-0281ED324089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825500"/>
            <a:ext cx="5198745" cy="331694"/>
          </a:xfrm>
          <a:prstGeom prst="rect">
            <a:avLst/>
          </a:prstGeom>
          <a:noFill/>
          <a:ln>
            <a:noFill/>
            <a:prstDash/>
          </a:ln>
        </p:spPr>
        <p:txBody>
          <a:bodyPr vert="horz" wrap="square" lIns="91440" tIns="45720" rIns="91440" bIns="45720" numCol="1" anchor="t">
            <a:spAutoFit/>
          </a:bodyPr>
          <a:lstStyle>
            <a:lvl1pPr marL="457200" indent="-457200" eaLnBrk="0" hangingPunct="0">
              <a:buFontTx/>
              <a:buNone/>
              <a:defRPr lang="en-GB" altLang="en-US" sz="1000">
                <a:solidFill>
                  <a:srgbClr val="000000"/>
                </a:solidFill>
                <a:latin typeface="바탕체" charset="0"/>
                <a:ea typeface="바탕체" charset="0"/>
              </a:defRPr>
            </a:lvl1pPr>
            <a:lvl2pPr marL="742950" lvl="1" indent="-285750" eaLnBrk="0" hangingPunct="0">
              <a:buFontTx/>
              <a:buNone/>
              <a:defRPr lang="en-GB" altLang="en-US" sz="1000">
                <a:solidFill>
                  <a:srgbClr val="000000"/>
                </a:solidFill>
                <a:latin typeface="바탕체" charset="0"/>
                <a:ea typeface="바탕체" charset="0"/>
              </a:defRPr>
            </a:lvl2pPr>
            <a:lvl3pPr marL="1143000" lvl="2" indent="-228600" eaLnBrk="0" hangingPunct="0">
              <a:buFontTx/>
              <a:buNone/>
              <a:defRPr lang="en-GB" altLang="en-US" sz="1000">
                <a:solidFill>
                  <a:srgbClr val="000000"/>
                </a:solidFill>
                <a:latin typeface="바탕체" charset="0"/>
                <a:ea typeface="바탕체" charset="0"/>
              </a:defRPr>
            </a:lvl3pPr>
            <a:lvl4pPr marL="1600200" lvl="3" indent="-228600" eaLnBrk="0" hangingPunct="0">
              <a:buFontTx/>
              <a:buNone/>
              <a:defRPr lang="en-GB" altLang="en-US" sz="1000">
                <a:solidFill>
                  <a:srgbClr val="000000"/>
                </a:solidFill>
                <a:latin typeface="바탕체" charset="0"/>
                <a:ea typeface="바탕체" charset="0"/>
              </a:defRPr>
            </a:lvl4pPr>
            <a:lvl5pPr marL="2057400" lvl="4" indent="-228600" eaLnBrk="0" hangingPunct="0">
              <a:buFontTx/>
              <a:buNone/>
              <a:defRPr lang="en-GB" altLang="en-US" sz="1000">
                <a:solidFill>
                  <a:srgbClr val="000000"/>
                </a:solidFill>
                <a:latin typeface="바탕체" charset="0"/>
                <a:ea typeface="바탕체" charset="0"/>
              </a:defRPr>
            </a:lvl5pPr>
            <a:lvl6pPr marL="2514600" lvl="5" indent="-228600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lang="en-GB" altLang="en-US" sz="1000">
                <a:solidFill>
                  <a:srgbClr val="000000"/>
                </a:solidFill>
                <a:latin typeface="바탕체" charset="0"/>
                <a:ea typeface="바탕체" charset="0"/>
              </a:defRPr>
            </a:lvl6pPr>
            <a:lvl7pPr marL="2971800" lvl="6" indent="-228600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lang="en-GB" altLang="en-US" sz="1000">
                <a:solidFill>
                  <a:srgbClr val="000000"/>
                </a:solidFill>
                <a:latin typeface="바탕체" charset="0"/>
                <a:ea typeface="바탕체" charset="0"/>
              </a:defRPr>
            </a:lvl7pPr>
            <a:lvl8pPr marL="3429000" lvl="7" indent="-228600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lang="en-GB" altLang="en-US" sz="1000">
                <a:solidFill>
                  <a:srgbClr val="000000"/>
                </a:solidFill>
                <a:latin typeface="바탕체" charset="0"/>
                <a:ea typeface="바탕체" charset="0"/>
              </a:defRPr>
            </a:lvl8pPr>
            <a:lvl9pPr marL="3886200" lvl="8" indent="-228600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lang="en-GB" altLang="en-US" sz="1000">
                <a:solidFill>
                  <a:srgbClr val="000000"/>
                </a:solidFill>
                <a:latin typeface="바탕체" charset="0"/>
                <a:ea typeface="바탕체" charset="0"/>
              </a:defRPr>
            </a:lvl9pPr>
          </a:lstStyle>
          <a:p>
            <a:pPr marL="457200" indent="-457200" eaLnBrk="1" hangingPunct="1">
              <a:lnSpc>
                <a:spcPct val="120000"/>
              </a:lnSpc>
              <a:spcBef>
                <a:spcPct val="50000"/>
              </a:spcBef>
              <a:buFontTx/>
              <a:buNone/>
              <a:defRPr/>
            </a:pPr>
            <a:r>
              <a:rPr lang="en-US" altLang="ko-KR" sz="1400" b="1" dirty="0">
                <a:solidFill>
                  <a:schemeClr val="tx1"/>
                </a:solidFill>
                <a:latin typeface="휴먼엑스포" charset="0"/>
                <a:ea typeface="문체부 바탕체" charset="0"/>
              </a:rPr>
              <a:t>&lt; </a:t>
            </a:r>
            <a:r>
              <a:rPr lang="ko-KR" altLang="en-US" sz="1400" b="1" dirty="0">
                <a:solidFill>
                  <a:schemeClr val="tx1"/>
                </a:solidFill>
                <a:latin typeface="휴먼엑스포" charset="0"/>
                <a:ea typeface="문체부 바탕체" charset="0"/>
              </a:rPr>
              <a:t>현장사진 </a:t>
            </a:r>
            <a:r>
              <a:rPr lang="en-US" altLang="ko-KR" sz="1400" b="1" dirty="0">
                <a:solidFill>
                  <a:schemeClr val="tx1"/>
                </a:solidFill>
                <a:latin typeface="휴먼엑스포" charset="0"/>
                <a:ea typeface="문체부 바탕체" charset="0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16016863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>
            <a:extLst>
              <a:ext uri="{FF2B5EF4-FFF2-40B4-BE49-F238E27FC236}">
                <a16:creationId xmlns:a16="http://schemas.microsoft.com/office/drawing/2014/main" id="{5B180E51-CD4F-5034-6A08-3EACFCF811E0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825500"/>
            <a:ext cx="5198745" cy="331694"/>
          </a:xfrm>
          <a:prstGeom prst="rect">
            <a:avLst/>
          </a:prstGeom>
          <a:noFill/>
          <a:ln>
            <a:noFill/>
            <a:prstDash/>
          </a:ln>
        </p:spPr>
        <p:txBody>
          <a:bodyPr vert="horz" wrap="square" lIns="91440" tIns="45720" rIns="91440" bIns="45720" numCol="1" anchor="t">
            <a:spAutoFit/>
          </a:bodyPr>
          <a:lstStyle>
            <a:lvl1pPr marL="457200" indent="-457200" eaLnBrk="0" hangingPunct="0">
              <a:buFontTx/>
              <a:buNone/>
              <a:defRPr lang="en-GB" altLang="en-US" sz="1000">
                <a:solidFill>
                  <a:srgbClr val="000000"/>
                </a:solidFill>
                <a:latin typeface="바탕체" charset="0"/>
                <a:ea typeface="바탕체" charset="0"/>
              </a:defRPr>
            </a:lvl1pPr>
            <a:lvl2pPr marL="742950" lvl="1" indent="-285750" eaLnBrk="0" hangingPunct="0">
              <a:buFontTx/>
              <a:buNone/>
              <a:defRPr lang="en-GB" altLang="en-US" sz="1000">
                <a:solidFill>
                  <a:srgbClr val="000000"/>
                </a:solidFill>
                <a:latin typeface="바탕체" charset="0"/>
                <a:ea typeface="바탕체" charset="0"/>
              </a:defRPr>
            </a:lvl2pPr>
            <a:lvl3pPr marL="1143000" lvl="2" indent="-228600" eaLnBrk="0" hangingPunct="0">
              <a:buFontTx/>
              <a:buNone/>
              <a:defRPr lang="en-GB" altLang="en-US" sz="1000">
                <a:solidFill>
                  <a:srgbClr val="000000"/>
                </a:solidFill>
                <a:latin typeface="바탕체" charset="0"/>
                <a:ea typeface="바탕체" charset="0"/>
              </a:defRPr>
            </a:lvl3pPr>
            <a:lvl4pPr marL="1600200" lvl="3" indent="-228600" eaLnBrk="0" hangingPunct="0">
              <a:buFontTx/>
              <a:buNone/>
              <a:defRPr lang="en-GB" altLang="en-US" sz="1000">
                <a:solidFill>
                  <a:srgbClr val="000000"/>
                </a:solidFill>
                <a:latin typeface="바탕체" charset="0"/>
                <a:ea typeface="바탕체" charset="0"/>
              </a:defRPr>
            </a:lvl4pPr>
            <a:lvl5pPr marL="2057400" lvl="4" indent="-228600" eaLnBrk="0" hangingPunct="0">
              <a:buFontTx/>
              <a:buNone/>
              <a:defRPr lang="en-GB" altLang="en-US" sz="1000">
                <a:solidFill>
                  <a:srgbClr val="000000"/>
                </a:solidFill>
                <a:latin typeface="바탕체" charset="0"/>
                <a:ea typeface="바탕체" charset="0"/>
              </a:defRPr>
            </a:lvl5pPr>
            <a:lvl6pPr marL="2514600" lvl="5" indent="-228600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lang="en-GB" altLang="en-US" sz="1000">
                <a:solidFill>
                  <a:srgbClr val="000000"/>
                </a:solidFill>
                <a:latin typeface="바탕체" charset="0"/>
                <a:ea typeface="바탕체" charset="0"/>
              </a:defRPr>
            </a:lvl6pPr>
            <a:lvl7pPr marL="2971800" lvl="6" indent="-228600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lang="en-GB" altLang="en-US" sz="1000">
                <a:solidFill>
                  <a:srgbClr val="000000"/>
                </a:solidFill>
                <a:latin typeface="바탕체" charset="0"/>
                <a:ea typeface="바탕체" charset="0"/>
              </a:defRPr>
            </a:lvl7pPr>
            <a:lvl8pPr marL="3429000" lvl="7" indent="-228600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lang="en-GB" altLang="en-US" sz="1000">
                <a:solidFill>
                  <a:srgbClr val="000000"/>
                </a:solidFill>
                <a:latin typeface="바탕체" charset="0"/>
                <a:ea typeface="바탕체" charset="0"/>
              </a:defRPr>
            </a:lvl8pPr>
            <a:lvl9pPr marL="3886200" lvl="8" indent="-228600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lang="en-GB" altLang="en-US" sz="1000">
                <a:solidFill>
                  <a:srgbClr val="000000"/>
                </a:solidFill>
                <a:latin typeface="바탕체" charset="0"/>
                <a:ea typeface="바탕체" charset="0"/>
              </a:defRPr>
            </a:lvl9pPr>
          </a:lstStyle>
          <a:p>
            <a:pPr marL="457200" indent="-457200" eaLnBrk="1" hangingPunct="1">
              <a:lnSpc>
                <a:spcPct val="120000"/>
              </a:lnSpc>
              <a:spcBef>
                <a:spcPct val="50000"/>
              </a:spcBef>
              <a:buFontTx/>
              <a:buNone/>
              <a:defRPr/>
            </a:pPr>
            <a:r>
              <a:rPr lang="en-US" altLang="ko-KR" sz="1400" b="1" dirty="0">
                <a:solidFill>
                  <a:schemeClr val="tx1"/>
                </a:solidFill>
                <a:latin typeface="휴먼엑스포" charset="0"/>
                <a:ea typeface="문체부 바탕체" charset="0"/>
              </a:rPr>
              <a:t>&lt; </a:t>
            </a:r>
            <a:r>
              <a:rPr lang="ko-KR" altLang="en-US" sz="1400" b="1" dirty="0">
                <a:solidFill>
                  <a:schemeClr val="tx1"/>
                </a:solidFill>
                <a:latin typeface="휴먼엑스포" charset="0"/>
                <a:ea typeface="문체부 바탕체" charset="0"/>
              </a:rPr>
              <a:t>현장사진 </a:t>
            </a:r>
            <a:r>
              <a:rPr lang="en-US" altLang="ko-KR" sz="1400" b="1" dirty="0">
                <a:solidFill>
                  <a:schemeClr val="tx1"/>
                </a:solidFill>
                <a:latin typeface="휴먼엑스포" charset="0"/>
                <a:ea typeface="문체부 바탕체" charset="0"/>
              </a:rPr>
              <a:t>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기본 디자인">
  <a:themeElements>
    <a:clrScheme name="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>
          <a:noFill/>
        </a:ln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6350" algn="ctr">
              <a:solidFill>
                <a:srgbClr val="000000"/>
              </a:solidFill>
              <a:round/>
              <a:headEnd/>
              <a:tailEnd type="triangle" w="med" len="med"/>
            </a14:hiddenLine>
          </a:ext>
        </a:extLst>
      </a:spPr>
      <a:bodyPr lIns="90000">
        <a:normAutofit/>
      </a:bodyPr>
      <a:lstStyle>
        <a:defPPr marL="171450" indent="-171450" eaLnBrk="1" hangingPunct="1">
          <a:spcBef>
            <a:spcPct val="50000"/>
          </a:spcBef>
          <a:buFont typeface="Arial" panose="020B0604020202020204" pitchFamily="34" charset="0"/>
          <a:buChar char="•"/>
          <a:defRPr dirty="0" err="1" smtClean="0">
            <a:latin typeface="굴림" panose="020B0600000101010101" pitchFamily="50" charset="-127"/>
            <a:ea typeface="굴림" panose="020B0600000101010101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6350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0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바탕체" pitchFamily="17" charset="-127"/>
            <a:ea typeface="바탕체" pitchFamily="17" charset="-127"/>
          </a:defRPr>
        </a:defPPr>
      </a:lst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663</TotalTime>
  <Pages>17</Pages>
  <Words>50</Words>
  <Characters>0</Characters>
  <Application>Microsoft Office PowerPoint</Application>
  <DocSecurity>0</DocSecurity>
  <PresentationFormat>A4 용지(210x297mm)</PresentationFormat>
  <Lines>0</Lines>
  <Paragraphs>33</Paragraphs>
  <Slides>6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6</vt:i4>
      </vt:variant>
    </vt:vector>
  </HeadingPairs>
  <TitlesOfParts>
    <vt:vector size="16" baseType="lpstr">
      <vt:lpstr>굴림</vt:lpstr>
      <vt:lpstr>굴림체</vt:lpstr>
      <vt:lpstr>맑은 고딕</vt:lpstr>
      <vt:lpstr>바탕체</vt:lpstr>
      <vt:lpstr>양재튼튼체B</vt:lpstr>
      <vt:lpstr>휴먼엑스포</vt:lpstr>
      <vt:lpstr>휴먼옛체</vt:lpstr>
      <vt:lpstr>Arial</vt:lpstr>
      <vt:lpstr>2_기본 디자인</vt:lpstr>
      <vt:lpstr>디자인 사용자 지정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4biz</Company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이상진</dc:creator>
  <cp:lastModifiedBy>User</cp:lastModifiedBy>
  <cp:revision>35</cp:revision>
  <dcterms:modified xsi:type="dcterms:W3CDTF">2026-07-22T07:12:01Z</dcterms:modified>
  <cp:version>10.105.293.56114</cp:version>
</cp:coreProperties>
</file>